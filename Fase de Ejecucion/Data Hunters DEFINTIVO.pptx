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9" r:id="rId3"/>
    <p:sldId id="257" r:id="rId4"/>
    <p:sldId id="279" r:id="rId5"/>
    <p:sldId id="277" r:id="rId6"/>
    <p:sldId id="260" r:id="rId7"/>
    <p:sldId id="258"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50"/>
  </p:normalViewPr>
  <p:slideViewPr>
    <p:cSldViewPr snapToGrid="0">
      <p:cViewPr>
        <p:scale>
          <a:sx n="70" d="100"/>
          <a:sy n="70" d="100"/>
        </p:scale>
        <p:origin x="1166"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CEE0A3-70B5-4112-8AC5-A70DCCBD22C7}" type="doc">
      <dgm:prSet loTypeId="urn:microsoft.com/office/officeart/2005/8/layout/hProcess7" loCatId="list" qsTypeId="urn:microsoft.com/office/officeart/2005/8/quickstyle/simple1" qsCatId="simple" csTypeId="urn:microsoft.com/office/officeart/2005/8/colors/accent0_3" csCatId="mainScheme" phldr="1"/>
      <dgm:spPr/>
      <dgm:t>
        <a:bodyPr/>
        <a:lstStyle/>
        <a:p>
          <a:endParaRPr lang="es-CL"/>
        </a:p>
      </dgm:t>
    </dgm:pt>
    <dgm:pt modelId="{B8941621-6385-4B01-B5C4-63912C221EB9}">
      <dgm:prSet phldrT="[Texto]" custT="1"/>
      <dgm:spPr/>
      <dgm:t>
        <a:bodyPr/>
        <a:lstStyle/>
        <a:p>
          <a:r>
            <a:rPr lang="es-MX" sz="1800" b="0" i="0" dirty="0">
              <a:latin typeface="Galvji" panose="020B0504020202020204" pitchFamily="34" charset="77"/>
            </a:rPr>
            <a:t>Fuente y Características: </a:t>
          </a:r>
          <a:endParaRPr lang="es-CL" sz="1800" b="0" i="0" dirty="0">
            <a:latin typeface="Galvji" panose="020B0504020202020204" pitchFamily="34" charset="77"/>
          </a:endParaRPr>
        </a:p>
      </dgm:t>
    </dgm:pt>
    <dgm:pt modelId="{23ACE851-E925-4A4C-B9E3-54A3A825425E}" type="parTrans" cxnId="{37E52607-9393-4A9C-A783-400FA5F3691A}">
      <dgm:prSet/>
      <dgm:spPr/>
      <dgm:t>
        <a:bodyPr/>
        <a:lstStyle/>
        <a:p>
          <a:endParaRPr lang="es-CL" sz="1600" b="0" i="0">
            <a:latin typeface="Galvji" panose="020B0504020202020204" pitchFamily="34" charset="77"/>
          </a:endParaRPr>
        </a:p>
      </dgm:t>
    </dgm:pt>
    <dgm:pt modelId="{2A0A0AB7-1090-4336-BBC6-FC01B15D84AD}" type="sibTrans" cxnId="{37E52607-9393-4A9C-A783-400FA5F3691A}">
      <dgm:prSet/>
      <dgm:spPr/>
      <dgm:t>
        <a:bodyPr/>
        <a:lstStyle/>
        <a:p>
          <a:endParaRPr lang="es-CL" sz="1600" b="0" i="0">
            <a:latin typeface="Galvji" panose="020B0504020202020204" pitchFamily="34" charset="77"/>
          </a:endParaRPr>
        </a:p>
      </dgm:t>
    </dgm:pt>
    <dgm:pt modelId="{344D2D32-3B84-41B2-9C8C-431C6013AB33}">
      <dgm:prSet phldrT="[Texto]" custT="1"/>
      <dgm:spPr/>
      <dgm:t>
        <a:bodyPr/>
        <a:lstStyle/>
        <a:p>
          <a:r>
            <a:rPr lang="es-419" sz="1600" b="0" i="0" dirty="0">
              <a:latin typeface="Galvji" panose="020B0504020202020204" pitchFamily="34" charset="77"/>
            </a:rPr>
            <a:t>Fuente de Datos: </a:t>
          </a:r>
          <a:r>
            <a:rPr lang="es-419" sz="1600" b="0" i="0" dirty="0" err="1">
              <a:latin typeface="Galvji" panose="020B0504020202020204" pitchFamily="34" charset="77"/>
            </a:rPr>
            <a:t>Kaggle</a:t>
          </a:r>
          <a:r>
            <a:rPr lang="es-419" sz="1600" b="0" i="0" dirty="0">
              <a:latin typeface="Galvji" panose="020B0504020202020204" pitchFamily="34" charset="77"/>
            </a:rPr>
            <a:t> (comunidad de ciencia de datos)</a:t>
          </a:r>
          <a:endParaRPr lang="es-CL" sz="1600" b="0" i="0" dirty="0">
            <a:latin typeface="Galvji" panose="020B0504020202020204" pitchFamily="34" charset="77"/>
          </a:endParaRPr>
        </a:p>
      </dgm:t>
    </dgm:pt>
    <dgm:pt modelId="{D89B7F5A-95A8-4C34-8BEE-35C7D1B7EA45}" type="parTrans" cxnId="{47D882B7-6ADA-4268-9716-D082D1C63478}">
      <dgm:prSet/>
      <dgm:spPr/>
      <dgm:t>
        <a:bodyPr/>
        <a:lstStyle/>
        <a:p>
          <a:endParaRPr lang="es-CL" sz="1600" b="0" i="0">
            <a:latin typeface="Galvji" panose="020B0504020202020204" pitchFamily="34" charset="77"/>
          </a:endParaRPr>
        </a:p>
      </dgm:t>
    </dgm:pt>
    <dgm:pt modelId="{3A8ABF36-2D95-4EDA-A055-725DE5E9AB28}" type="sibTrans" cxnId="{47D882B7-6ADA-4268-9716-D082D1C63478}">
      <dgm:prSet/>
      <dgm:spPr/>
      <dgm:t>
        <a:bodyPr/>
        <a:lstStyle/>
        <a:p>
          <a:endParaRPr lang="es-CL" sz="1600" b="0" i="0">
            <a:latin typeface="Galvji" panose="020B0504020202020204" pitchFamily="34" charset="77"/>
          </a:endParaRPr>
        </a:p>
      </dgm:t>
    </dgm:pt>
    <dgm:pt modelId="{504E6D00-3EAC-435F-BE8C-70FA2BE5677F}">
      <dgm:prSet phldrT="[Texto]" custT="1"/>
      <dgm:spPr/>
      <dgm:t>
        <a:bodyPr/>
        <a:lstStyle/>
        <a:p>
          <a:r>
            <a:rPr lang="es-MX" sz="1800" b="0" i="0" dirty="0">
              <a:latin typeface="Galvji" panose="020B0504020202020204" pitchFamily="34" charset="77"/>
            </a:rPr>
            <a:t>Herramientas Utilizadas:</a:t>
          </a:r>
          <a:endParaRPr lang="es-CL" sz="1800" b="0" i="0" dirty="0">
            <a:latin typeface="Galvji" panose="020B0504020202020204" pitchFamily="34" charset="77"/>
          </a:endParaRPr>
        </a:p>
      </dgm:t>
    </dgm:pt>
    <dgm:pt modelId="{E834B06B-FB92-4BC0-84DB-50EB5D4C673D}" type="parTrans" cxnId="{144D1ABD-B77B-4E78-9831-76854D5DB11D}">
      <dgm:prSet/>
      <dgm:spPr/>
      <dgm:t>
        <a:bodyPr/>
        <a:lstStyle/>
        <a:p>
          <a:endParaRPr lang="es-CL" sz="1600" b="0" i="0">
            <a:latin typeface="Galvji" panose="020B0504020202020204" pitchFamily="34" charset="77"/>
          </a:endParaRPr>
        </a:p>
      </dgm:t>
    </dgm:pt>
    <dgm:pt modelId="{56FE91F8-FBA0-4005-A97D-A76E81BA2CB9}" type="sibTrans" cxnId="{144D1ABD-B77B-4E78-9831-76854D5DB11D}">
      <dgm:prSet/>
      <dgm:spPr/>
      <dgm:t>
        <a:bodyPr/>
        <a:lstStyle/>
        <a:p>
          <a:endParaRPr lang="es-CL" sz="1600" b="0" i="0">
            <a:latin typeface="Galvji" panose="020B0504020202020204" pitchFamily="34" charset="77"/>
          </a:endParaRPr>
        </a:p>
      </dgm:t>
    </dgm:pt>
    <dgm:pt modelId="{F567650D-142A-4644-A882-E51E016F7579}">
      <dgm:prSet phldrT="[Texto]" custT="1"/>
      <dgm:spPr/>
      <dgm:t>
        <a:bodyPr/>
        <a:lstStyle/>
        <a:p>
          <a:pPr>
            <a:buFont typeface="Arial" panose="020B0604020202020204" pitchFamily="34" charset="0"/>
            <a:buChar char="•"/>
          </a:pPr>
          <a:r>
            <a:rPr lang="es-CL" sz="1600" b="0" i="0" dirty="0">
              <a:latin typeface="Galvji" panose="020B0504020202020204" pitchFamily="34" charset="77"/>
            </a:rPr>
            <a:t>- Python</a:t>
          </a:r>
        </a:p>
      </dgm:t>
    </dgm:pt>
    <dgm:pt modelId="{46B8722C-B873-44A9-ACE8-63DA77721FFD}" type="parTrans" cxnId="{3035B1EA-3776-4523-AA6E-0BE31B998695}">
      <dgm:prSet/>
      <dgm:spPr/>
      <dgm:t>
        <a:bodyPr/>
        <a:lstStyle/>
        <a:p>
          <a:endParaRPr lang="es-CL" sz="1600" b="0" i="0">
            <a:latin typeface="Galvji" panose="020B0504020202020204" pitchFamily="34" charset="77"/>
          </a:endParaRPr>
        </a:p>
      </dgm:t>
    </dgm:pt>
    <dgm:pt modelId="{A0341BEF-46F1-4708-9C18-D8A43ED0BDD6}" type="sibTrans" cxnId="{3035B1EA-3776-4523-AA6E-0BE31B998695}">
      <dgm:prSet/>
      <dgm:spPr/>
      <dgm:t>
        <a:bodyPr/>
        <a:lstStyle/>
        <a:p>
          <a:endParaRPr lang="es-CL" sz="1600" b="0" i="0">
            <a:latin typeface="Galvji" panose="020B0504020202020204" pitchFamily="34" charset="77"/>
          </a:endParaRPr>
        </a:p>
      </dgm:t>
    </dgm:pt>
    <dgm:pt modelId="{EA10927F-B5DB-44BD-85B7-251E8B6511D2}">
      <dgm:prSet phldrT="[Texto]" custT="1"/>
      <dgm:spPr/>
      <dgm:t>
        <a:bodyPr/>
        <a:lstStyle/>
        <a:p>
          <a:r>
            <a:rPr lang="es-MX" sz="1800" b="0" i="0" dirty="0">
              <a:latin typeface="Galvji" panose="020B0504020202020204" pitchFamily="34" charset="77"/>
            </a:rPr>
            <a:t>Metodología:</a:t>
          </a:r>
          <a:endParaRPr lang="es-CL" sz="1800" b="0" i="0" dirty="0">
            <a:latin typeface="Galvji" panose="020B0504020202020204" pitchFamily="34" charset="77"/>
          </a:endParaRPr>
        </a:p>
      </dgm:t>
    </dgm:pt>
    <dgm:pt modelId="{E1CBC9F4-AD1A-4E9B-A8C9-F4442238E796}" type="parTrans" cxnId="{55B3512C-587F-4B3D-A416-8278BAD38C99}">
      <dgm:prSet/>
      <dgm:spPr/>
      <dgm:t>
        <a:bodyPr/>
        <a:lstStyle/>
        <a:p>
          <a:endParaRPr lang="es-CL" sz="1600" b="0" i="0">
            <a:latin typeface="Galvji" panose="020B0504020202020204" pitchFamily="34" charset="77"/>
          </a:endParaRPr>
        </a:p>
      </dgm:t>
    </dgm:pt>
    <dgm:pt modelId="{8C7999ED-B190-45E9-9358-6AC30036E09E}" type="sibTrans" cxnId="{55B3512C-587F-4B3D-A416-8278BAD38C99}">
      <dgm:prSet/>
      <dgm:spPr/>
      <dgm:t>
        <a:bodyPr/>
        <a:lstStyle/>
        <a:p>
          <a:endParaRPr lang="es-CL" sz="1600" b="0" i="0">
            <a:latin typeface="Galvji" panose="020B0504020202020204" pitchFamily="34" charset="77"/>
          </a:endParaRPr>
        </a:p>
      </dgm:t>
    </dgm:pt>
    <dgm:pt modelId="{3CC6CACC-71CE-4402-8CF7-97F5CBB2C000}">
      <dgm:prSet phldrT="[Texto]" custT="1"/>
      <dgm:spPr/>
      <dgm:t>
        <a:bodyPr/>
        <a:lstStyle/>
        <a:p>
          <a:pPr>
            <a:buNone/>
          </a:pPr>
          <a:r>
            <a:rPr lang="es-CL" sz="1600" b="0" i="0" dirty="0">
              <a:latin typeface="Galvji" panose="020B0504020202020204" pitchFamily="34" charset="77"/>
            </a:rPr>
            <a:t>- Análisis exploratorio de datos</a:t>
          </a:r>
        </a:p>
      </dgm:t>
    </dgm:pt>
    <dgm:pt modelId="{7634805B-38DE-4D39-8422-0481D9B745A1}" type="parTrans" cxnId="{398A2F3F-184D-4048-9685-6C081F2BBE89}">
      <dgm:prSet/>
      <dgm:spPr/>
      <dgm:t>
        <a:bodyPr/>
        <a:lstStyle/>
        <a:p>
          <a:endParaRPr lang="es-CL" sz="1600" b="0" i="0">
            <a:latin typeface="Galvji" panose="020B0504020202020204" pitchFamily="34" charset="77"/>
          </a:endParaRPr>
        </a:p>
      </dgm:t>
    </dgm:pt>
    <dgm:pt modelId="{DF8F8148-73C1-4523-A5CE-A55F4238752B}" type="sibTrans" cxnId="{398A2F3F-184D-4048-9685-6C081F2BBE89}">
      <dgm:prSet/>
      <dgm:spPr/>
      <dgm:t>
        <a:bodyPr/>
        <a:lstStyle/>
        <a:p>
          <a:endParaRPr lang="es-CL" sz="1600" b="0" i="0">
            <a:latin typeface="Galvji" panose="020B0504020202020204" pitchFamily="34" charset="77"/>
          </a:endParaRPr>
        </a:p>
      </dgm:t>
    </dgm:pt>
    <dgm:pt modelId="{1D870F7C-2A7E-4759-8ED6-B7EC9B54B22C}">
      <dgm:prSet custT="1"/>
      <dgm:spPr/>
      <dgm:t>
        <a:bodyPr/>
        <a:lstStyle/>
        <a:p>
          <a:r>
            <a:rPr lang="es-CL" sz="1600" b="0" i="0" dirty="0">
              <a:latin typeface="Galvji" panose="020B0504020202020204" pitchFamily="34" charset="77"/>
            </a:rPr>
            <a:t>Características de la Data:</a:t>
          </a:r>
        </a:p>
      </dgm:t>
    </dgm:pt>
    <dgm:pt modelId="{1397969B-1100-41AE-8E08-D9A9C1EAFBD3}" type="parTrans" cxnId="{7FE42BC4-240A-40EB-A0A2-0088E172F60C}">
      <dgm:prSet/>
      <dgm:spPr/>
      <dgm:t>
        <a:bodyPr/>
        <a:lstStyle/>
        <a:p>
          <a:endParaRPr lang="es-CL" sz="1600" b="0" i="0">
            <a:latin typeface="Galvji" panose="020B0504020202020204" pitchFamily="34" charset="77"/>
          </a:endParaRPr>
        </a:p>
      </dgm:t>
    </dgm:pt>
    <dgm:pt modelId="{98B67C79-C9FA-4325-9BDD-8A4D18F74C65}" type="sibTrans" cxnId="{7FE42BC4-240A-40EB-A0A2-0088E172F60C}">
      <dgm:prSet/>
      <dgm:spPr/>
      <dgm:t>
        <a:bodyPr/>
        <a:lstStyle/>
        <a:p>
          <a:endParaRPr lang="es-CL" sz="1600" b="0" i="0">
            <a:latin typeface="Galvji" panose="020B0504020202020204" pitchFamily="34" charset="77"/>
          </a:endParaRPr>
        </a:p>
      </dgm:t>
    </dgm:pt>
    <dgm:pt modelId="{18231B47-1DE6-4545-8031-09526C732A91}">
      <dgm:prSet custT="1"/>
      <dgm:spPr/>
      <dgm:t>
        <a:bodyPr/>
        <a:lstStyle/>
        <a:p>
          <a:pPr>
            <a:buFont typeface="Arial" panose="020B0604020202020204" pitchFamily="34" charset="0"/>
            <a:buChar char="•"/>
          </a:pPr>
          <a:r>
            <a:rPr lang="es-CL" sz="1600" b="0" i="0" dirty="0">
              <a:latin typeface="Galvji" panose="020B0504020202020204" pitchFamily="34" charset="77"/>
            </a:rPr>
            <a:t>- 14 atributos</a:t>
          </a:r>
        </a:p>
      </dgm:t>
    </dgm:pt>
    <dgm:pt modelId="{1B6E9E74-BA82-45FE-AB0B-C4324A029FE8}" type="parTrans" cxnId="{56F79959-1CB7-4750-8A6E-AEC1060E4E2F}">
      <dgm:prSet/>
      <dgm:spPr/>
      <dgm:t>
        <a:bodyPr/>
        <a:lstStyle/>
        <a:p>
          <a:endParaRPr lang="es-CL" sz="1600" b="0" i="0">
            <a:latin typeface="Galvji" panose="020B0504020202020204" pitchFamily="34" charset="77"/>
          </a:endParaRPr>
        </a:p>
      </dgm:t>
    </dgm:pt>
    <dgm:pt modelId="{94B15391-1A9B-4923-AA20-0D44BF44E354}" type="sibTrans" cxnId="{56F79959-1CB7-4750-8A6E-AEC1060E4E2F}">
      <dgm:prSet/>
      <dgm:spPr/>
      <dgm:t>
        <a:bodyPr/>
        <a:lstStyle/>
        <a:p>
          <a:endParaRPr lang="es-CL" sz="1600" b="0" i="0">
            <a:latin typeface="Galvji" panose="020B0504020202020204" pitchFamily="34" charset="77"/>
          </a:endParaRPr>
        </a:p>
      </dgm:t>
    </dgm:pt>
    <dgm:pt modelId="{E1583248-4D6A-42D4-A29F-B626302C3814}">
      <dgm:prSet custT="1"/>
      <dgm:spPr/>
      <dgm:t>
        <a:bodyPr/>
        <a:lstStyle/>
        <a:p>
          <a:pPr>
            <a:buFont typeface="Arial" panose="020B0604020202020204" pitchFamily="34" charset="0"/>
            <a:buChar char="•"/>
          </a:pPr>
          <a:r>
            <a:rPr lang="es-CL" sz="1600" b="0" i="0" dirty="0">
              <a:latin typeface="Galvji" panose="020B0504020202020204" pitchFamily="34" charset="77"/>
            </a:rPr>
            <a:t>- 509 instancias</a:t>
          </a:r>
        </a:p>
      </dgm:t>
    </dgm:pt>
    <dgm:pt modelId="{3E638D1E-1AEF-4E1E-93B0-32AFBB93DA44}" type="parTrans" cxnId="{93C83445-100F-4E88-ACB5-640FE05CEA38}">
      <dgm:prSet/>
      <dgm:spPr/>
      <dgm:t>
        <a:bodyPr/>
        <a:lstStyle/>
        <a:p>
          <a:endParaRPr lang="es-CL" sz="1600" b="0" i="0">
            <a:latin typeface="Galvji" panose="020B0504020202020204" pitchFamily="34" charset="77"/>
          </a:endParaRPr>
        </a:p>
      </dgm:t>
    </dgm:pt>
    <dgm:pt modelId="{C0DBCD4E-C218-4F6B-9CAD-D73903CAFC45}" type="sibTrans" cxnId="{93C83445-100F-4E88-ACB5-640FE05CEA38}">
      <dgm:prSet/>
      <dgm:spPr/>
      <dgm:t>
        <a:bodyPr/>
        <a:lstStyle/>
        <a:p>
          <a:endParaRPr lang="es-CL" sz="1600" b="0" i="0">
            <a:latin typeface="Galvji" panose="020B0504020202020204" pitchFamily="34" charset="77"/>
          </a:endParaRPr>
        </a:p>
      </dgm:t>
    </dgm:pt>
    <dgm:pt modelId="{3D6D1B21-CB84-4DC7-B2AA-018E2DD1342F}">
      <dgm:prSet custT="1"/>
      <dgm:spPr/>
      <dgm:t>
        <a:bodyPr/>
        <a:lstStyle/>
        <a:p>
          <a:pPr>
            <a:buFont typeface="Arial" panose="020B0604020202020204" pitchFamily="34" charset="0"/>
            <a:buChar char="•"/>
          </a:pPr>
          <a:r>
            <a:rPr lang="es-419" sz="1600" b="0" i="0" dirty="0">
              <a:latin typeface="Galvji" panose="020B0504020202020204" pitchFamily="34" charset="77"/>
            </a:rPr>
            <a:t>- Información sobre valores de viviendas en suburbios de Boston.</a:t>
          </a:r>
        </a:p>
      </dgm:t>
    </dgm:pt>
    <dgm:pt modelId="{D633BB80-6CF4-4653-90F9-FA27E3917218}" type="parTrans" cxnId="{AAD437E3-D87A-4BAB-8467-9146AD5001D0}">
      <dgm:prSet/>
      <dgm:spPr/>
      <dgm:t>
        <a:bodyPr/>
        <a:lstStyle/>
        <a:p>
          <a:endParaRPr lang="es-CL" sz="1600" b="0" i="0">
            <a:latin typeface="Galvji" panose="020B0504020202020204" pitchFamily="34" charset="77"/>
          </a:endParaRPr>
        </a:p>
      </dgm:t>
    </dgm:pt>
    <dgm:pt modelId="{835B3365-BB1F-4563-80EC-B30E179820A2}" type="sibTrans" cxnId="{AAD437E3-D87A-4BAB-8467-9146AD5001D0}">
      <dgm:prSet/>
      <dgm:spPr/>
      <dgm:t>
        <a:bodyPr/>
        <a:lstStyle/>
        <a:p>
          <a:endParaRPr lang="es-CL" sz="1600" b="0" i="0">
            <a:latin typeface="Galvji" panose="020B0504020202020204" pitchFamily="34" charset="77"/>
          </a:endParaRPr>
        </a:p>
      </dgm:t>
    </dgm:pt>
    <dgm:pt modelId="{8ACEFA4A-E086-4468-9BEA-18A064DF92A8}">
      <dgm:prSet custT="1"/>
      <dgm:spPr/>
      <dgm:t>
        <a:bodyPr/>
        <a:lstStyle/>
        <a:p>
          <a:pPr>
            <a:buFont typeface="Arial" panose="020B0604020202020204" pitchFamily="34" charset="0"/>
            <a:buChar char="•"/>
          </a:pPr>
          <a:r>
            <a:rPr lang="sv-SE" sz="1600" b="0" i="0" dirty="0">
              <a:latin typeface="Galvji" panose="020B0504020202020204" pitchFamily="34" charset="77"/>
            </a:rPr>
            <a:t>- Bibliotecas: NumPy, Pandas, Seaborn, Matplotlib, Statsmodels</a:t>
          </a:r>
        </a:p>
      </dgm:t>
    </dgm:pt>
    <dgm:pt modelId="{81AD152B-E4FB-4C0E-B9B7-9881EE07B7DA}" type="parTrans" cxnId="{0789CFFF-068F-43B6-91C4-E431B91600A3}">
      <dgm:prSet/>
      <dgm:spPr/>
      <dgm:t>
        <a:bodyPr/>
        <a:lstStyle/>
        <a:p>
          <a:endParaRPr lang="es-CL" sz="1600" b="0" i="0">
            <a:latin typeface="Galvji" panose="020B0504020202020204" pitchFamily="34" charset="77"/>
          </a:endParaRPr>
        </a:p>
      </dgm:t>
    </dgm:pt>
    <dgm:pt modelId="{A1941127-E251-4A6A-8336-E2EEC5AF5D5B}" type="sibTrans" cxnId="{0789CFFF-068F-43B6-91C4-E431B91600A3}">
      <dgm:prSet/>
      <dgm:spPr/>
      <dgm:t>
        <a:bodyPr/>
        <a:lstStyle/>
        <a:p>
          <a:endParaRPr lang="es-CL" sz="1600" b="0" i="0">
            <a:latin typeface="Galvji" panose="020B0504020202020204" pitchFamily="34" charset="77"/>
          </a:endParaRPr>
        </a:p>
      </dgm:t>
    </dgm:pt>
    <dgm:pt modelId="{E8E43FBB-6CC7-4AE1-A358-6D5973B61CE1}">
      <dgm:prSet custT="1"/>
      <dgm:spPr/>
      <dgm:t>
        <a:bodyPr/>
        <a:lstStyle/>
        <a:p>
          <a:pPr>
            <a:buFont typeface="Arial" panose="020B0604020202020204" pitchFamily="34" charset="0"/>
            <a:buChar char="•"/>
          </a:pPr>
          <a:r>
            <a:rPr lang="es-419" sz="1600" b="0" i="0" dirty="0">
              <a:latin typeface="Galvji" panose="020B0504020202020204" pitchFamily="34" charset="77"/>
            </a:rPr>
            <a:t>- Entorno: </a:t>
          </a:r>
          <a:r>
            <a:rPr lang="es-419" sz="1600" b="0" i="0" dirty="0" err="1">
              <a:latin typeface="Galvji" panose="020B0504020202020204" pitchFamily="34" charset="77"/>
            </a:rPr>
            <a:t>Jupyter</a:t>
          </a:r>
          <a:r>
            <a:rPr lang="es-419" sz="1600" b="0" i="0" dirty="0">
              <a:latin typeface="Galvji" panose="020B0504020202020204" pitchFamily="34" charset="77"/>
            </a:rPr>
            <a:t> Notebook (para organización y eficiencia).</a:t>
          </a:r>
        </a:p>
      </dgm:t>
    </dgm:pt>
    <dgm:pt modelId="{73BEF6F3-96D0-4598-8C0C-D2A22B26C485}" type="parTrans" cxnId="{52AD9D6A-0C7D-4B4B-87A9-713D2E4232EC}">
      <dgm:prSet/>
      <dgm:spPr/>
      <dgm:t>
        <a:bodyPr/>
        <a:lstStyle/>
        <a:p>
          <a:endParaRPr lang="es-CL" sz="1600" b="0" i="0">
            <a:latin typeface="Galvji" panose="020B0504020202020204" pitchFamily="34" charset="77"/>
          </a:endParaRPr>
        </a:p>
      </dgm:t>
    </dgm:pt>
    <dgm:pt modelId="{D73B2786-677F-4C22-9F79-BF194F252AAB}" type="sibTrans" cxnId="{52AD9D6A-0C7D-4B4B-87A9-713D2E4232EC}">
      <dgm:prSet/>
      <dgm:spPr/>
      <dgm:t>
        <a:bodyPr/>
        <a:lstStyle/>
        <a:p>
          <a:endParaRPr lang="es-CL" sz="1600" b="0" i="0">
            <a:latin typeface="Galvji" panose="020B0504020202020204" pitchFamily="34" charset="77"/>
          </a:endParaRPr>
        </a:p>
      </dgm:t>
    </dgm:pt>
    <dgm:pt modelId="{6E614D94-3EEC-40D3-A34C-93FA31ACD96D}">
      <dgm:prSet custT="1"/>
      <dgm:spPr/>
      <dgm:t>
        <a:bodyPr/>
        <a:lstStyle/>
        <a:p>
          <a:pPr>
            <a:buFont typeface="Arial" panose="020B0604020202020204" pitchFamily="34" charset="0"/>
            <a:buChar char="•"/>
          </a:pPr>
          <a:r>
            <a:rPr lang="es-CL" sz="1600" b="0" i="0" dirty="0">
              <a:latin typeface="Galvji" panose="020B0504020202020204" pitchFamily="34" charset="77"/>
            </a:rPr>
            <a:t>- Análisis de correlación</a:t>
          </a:r>
        </a:p>
      </dgm:t>
    </dgm:pt>
    <dgm:pt modelId="{2DBFC8A2-FE9B-412A-A5F6-5F2210ED815B}" type="parTrans" cxnId="{62ED783F-CF62-47E1-B9C1-B7346BB75AA2}">
      <dgm:prSet/>
      <dgm:spPr/>
      <dgm:t>
        <a:bodyPr/>
        <a:lstStyle/>
        <a:p>
          <a:endParaRPr lang="es-CL" sz="1600" b="0" i="0">
            <a:latin typeface="Galvji" panose="020B0504020202020204" pitchFamily="34" charset="77"/>
          </a:endParaRPr>
        </a:p>
      </dgm:t>
    </dgm:pt>
    <dgm:pt modelId="{AA375C02-8B2D-45F6-8C8A-AB0D789E0D14}" type="sibTrans" cxnId="{62ED783F-CF62-47E1-B9C1-B7346BB75AA2}">
      <dgm:prSet/>
      <dgm:spPr/>
      <dgm:t>
        <a:bodyPr/>
        <a:lstStyle/>
        <a:p>
          <a:endParaRPr lang="es-CL" sz="1600" b="0" i="0">
            <a:latin typeface="Galvji" panose="020B0504020202020204" pitchFamily="34" charset="77"/>
          </a:endParaRPr>
        </a:p>
      </dgm:t>
    </dgm:pt>
    <dgm:pt modelId="{9A45D6D8-FC63-4AC5-86EF-40FEA28DF269}">
      <dgm:prSet custT="1"/>
      <dgm:spPr/>
      <dgm:t>
        <a:bodyPr/>
        <a:lstStyle/>
        <a:p>
          <a:pPr>
            <a:buFont typeface="Arial" panose="020B0604020202020204" pitchFamily="34" charset="0"/>
            <a:buChar char="•"/>
          </a:pPr>
          <a:r>
            <a:rPr lang="es-CL" sz="1600" b="0" i="0" dirty="0">
              <a:latin typeface="Galvji" panose="020B0504020202020204" pitchFamily="34" charset="77"/>
            </a:rPr>
            <a:t>- Análisis </a:t>
          </a:r>
          <a:r>
            <a:rPr lang="es-CL" sz="1600" b="0" i="0" dirty="0" err="1">
              <a:latin typeface="Galvji" panose="020B0504020202020204" pitchFamily="34" charset="77"/>
            </a:rPr>
            <a:t>univariado</a:t>
          </a:r>
          <a:r>
            <a:rPr lang="es-CL" sz="1600" b="0" i="0" dirty="0">
              <a:latin typeface="Galvji" panose="020B0504020202020204" pitchFamily="34" charset="77"/>
            </a:rPr>
            <a:t> de variables</a:t>
          </a:r>
        </a:p>
      </dgm:t>
    </dgm:pt>
    <dgm:pt modelId="{C37E8FB6-86D3-43A8-B37E-374792DAC562}" type="parTrans" cxnId="{20FA4489-9606-4710-AE2D-07CF3767FBCB}">
      <dgm:prSet/>
      <dgm:spPr/>
      <dgm:t>
        <a:bodyPr/>
        <a:lstStyle/>
        <a:p>
          <a:endParaRPr lang="es-CL" sz="1600" b="0" i="0">
            <a:latin typeface="Galvji" panose="020B0504020202020204" pitchFamily="34" charset="77"/>
          </a:endParaRPr>
        </a:p>
      </dgm:t>
    </dgm:pt>
    <dgm:pt modelId="{C60ED399-1C49-49F3-BEDD-CEA7B2D63633}" type="sibTrans" cxnId="{20FA4489-9606-4710-AE2D-07CF3767FBCB}">
      <dgm:prSet/>
      <dgm:spPr/>
      <dgm:t>
        <a:bodyPr/>
        <a:lstStyle/>
        <a:p>
          <a:endParaRPr lang="es-CL" sz="1600" b="0" i="0">
            <a:latin typeface="Galvji" panose="020B0504020202020204" pitchFamily="34" charset="77"/>
          </a:endParaRPr>
        </a:p>
      </dgm:t>
    </dgm:pt>
    <dgm:pt modelId="{13099461-11D9-4596-ABB0-16B420FE0902}">
      <dgm:prSet custT="1"/>
      <dgm:spPr/>
      <dgm:t>
        <a:bodyPr/>
        <a:lstStyle/>
        <a:p>
          <a:pPr>
            <a:buFont typeface="Arial" panose="020B0604020202020204" pitchFamily="34" charset="0"/>
            <a:buChar char="•"/>
          </a:pPr>
          <a:r>
            <a:rPr lang="es-419" sz="1600" b="0" i="0" dirty="0">
              <a:latin typeface="Galvji" panose="020B0504020202020204" pitchFamily="34" charset="77"/>
            </a:rPr>
            <a:t>- Implementación de modelos regresivos y lineal.</a:t>
          </a:r>
        </a:p>
      </dgm:t>
    </dgm:pt>
    <dgm:pt modelId="{EE8F0374-1961-4A49-A846-D425DF69682B}" type="parTrans" cxnId="{E1049ABA-6990-4C48-A9DC-6FA9E7120CDC}">
      <dgm:prSet/>
      <dgm:spPr/>
      <dgm:t>
        <a:bodyPr/>
        <a:lstStyle/>
        <a:p>
          <a:endParaRPr lang="es-CL" sz="1600" b="0" i="0">
            <a:latin typeface="Galvji" panose="020B0504020202020204" pitchFamily="34" charset="77"/>
          </a:endParaRPr>
        </a:p>
      </dgm:t>
    </dgm:pt>
    <dgm:pt modelId="{A21996C7-ECD8-41C7-9971-E56D13656539}" type="sibTrans" cxnId="{E1049ABA-6990-4C48-A9DC-6FA9E7120CDC}">
      <dgm:prSet/>
      <dgm:spPr/>
      <dgm:t>
        <a:bodyPr/>
        <a:lstStyle/>
        <a:p>
          <a:endParaRPr lang="es-CL" sz="1600" b="0" i="0">
            <a:latin typeface="Galvji" panose="020B0504020202020204" pitchFamily="34" charset="77"/>
          </a:endParaRPr>
        </a:p>
      </dgm:t>
    </dgm:pt>
    <dgm:pt modelId="{C7E163F5-4EE2-4207-9075-186F7B19AC0F}" type="pres">
      <dgm:prSet presAssocID="{61CEE0A3-70B5-4112-8AC5-A70DCCBD22C7}" presName="Name0" presStyleCnt="0">
        <dgm:presLayoutVars>
          <dgm:dir/>
          <dgm:animLvl val="lvl"/>
          <dgm:resizeHandles val="exact"/>
        </dgm:presLayoutVars>
      </dgm:prSet>
      <dgm:spPr/>
    </dgm:pt>
    <dgm:pt modelId="{4EB5CF0D-69E7-4B7E-A9C8-C2FF7D4D31A1}" type="pres">
      <dgm:prSet presAssocID="{B8941621-6385-4B01-B5C4-63912C221EB9}" presName="compositeNode" presStyleCnt="0">
        <dgm:presLayoutVars>
          <dgm:bulletEnabled val="1"/>
        </dgm:presLayoutVars>
      </dgm:prSet>
      <dgm:spPr/>
    </dgm:pt>
    <dgm:pt modelId="{8A92E584-FEF7-467B-822F-6690A843830E}" type="pres">
      <dgm:prSet presAssocID="{B8941621-6385-4B01-B5C4-63912C221EB9}" presName="bgRect" presStyleLbl="node1" presStyleIdx="0" presStyleCnt="3"/>
      <dgm:spPr/>
    </dgm:pt>
    <dgm:pt modelId="{64DC374C-961A-4412-80E8-80B4558664A8}" type="pres">
      <dgm:prSet presAssocID="{B8941621-6385-4B01-B5C4-63912C221EB9}" presName="parentNode" presStyleLbl="node1" presStyleIdx="0" presStyleCnt="3">
        <dgm:presLayoutVars>
          <dgm:chMax val="0"/>
          <dgm:bulletEnabled val="1"/>
        </dgm:presLayoutVars>
      </dgm:prSet>
      <dgm:spPr/>
    </dgm:pt>
    <dgm:pt modelId="{75EFF17E-1612-46A0-95DB-C981BB9796ED}" type="pres">
      <dgm:prSet presAssocID="{B8941621-6385-4B01-B5C4-63912C221EB9}" presName="childNode" presStyleLbl="node1" presStyleIdx="0" presStyleCnt="3">
        <dgm:presLayoutVars>
          <dgm:bulletEnabled val="1"/>
        </dgm:presLayoutVars>
      </dgm:prSet>
      <dgm:spPr/>
    </dgm:pt>
    <dgm:pt modelId="{2B2AD978-C908-420E-8234-D8929BF7F505}" type="pres">
      <dgm:prSet presAssocID="{2A0A0AB7-1090-4336-BBC6-FC01B15D84AD}" presName="hSp" presStyleCnt="0"/>
      <dgm:spPr/>
    </dgm:pt>
    <dgm:pt modelId="{01D3744C-C534-4F34-AE1F-F5FCB00BD91F}" type="pres">
      <dgm:prSet presAssocID="{2A0A0AB7-1090-4336-BBC6-FC01B15D84AD}" presName="vProcSp" presStyleCnt="0"/>
      <dgm:spPr/>
    </dgm:pt>
    <dgm:pt modelId="{462EE7D2-5D79-4F1B-9DDB-8CFC8DC9BD9F}" type="pres">
      <dgm:prSet presAssocID="{2A0A0AB7-1090-4336-BBC6-FC01B15D84AD}" presName="vSp1" presStyleCnt="0"/>
      <dgm:spPr/>
    </dgm:pt>
    <dgm:pt modelId="{46F0721A-5289-48E4-8EC5-9F3899A5EE11}" type="pres">
      <dgm:prSet presAssocID="{2A0A0AB7-1090-4336-BBC6-FC01B15D84AD}" presName="simulatedConn" presStyleLbl="solidFgAcc1" presStyleIdx="0" presStyleCnt="2"/>
      <dgm:spPr/>
    </dgm:pt>
    <dgm:pt modelId="{06DF4743-2361-478B-96BA-020B86FED362}" type="pres">
      <dgm:prSet presAssocID="{2A0A0AB7-1090-4336-BBC6-FC01B15D84AD}" presName="vSp2" presStyleCnt="0"/>
      <dgm:spPr/>
    </dgm:pt>
    <dgm:pt modelId="{EAE4EBCF-3915-47C7-86D0-3017A1D1CBC2}" type="pres">
      <dgm:prSet presAssocID="{2A0A0AB7-1090-4336-BBC6-FC01B15D84AD}" presName="sibTrans" presStyleCnt="0"/>
      <dgm:spPr/>
    </dgm:pt>
    <dgm:pt modelId="{949FCE0C-9FD4-433D-A432-CC467E62E726}" type="pres">
      <dgm:prSet presAssocID="{504E6D00-3EAC-435F-BE8C-70FA2BE5677F}" presName="compositeNode" presStyleCnt="0">
        <dgm:presLayoutVars>
          <dgm:bulletEnabled val="1"/>
        </dgm:presLayoutVars>
      </dgm:prSet>
      <dgm:spPr/>
    </dgm:pt>
    <dgm:pt modelId="{5FDDE308-DDF3-494B-A3A0-4EFA6E0A4159}" type="pres">
      <dgm:prSet presAssocID="{504E6D00-3EAC-435F-BE8C-70FA2BE5677F}" presName="bgRect" presStyleLbl="node1" presStyleIdx="1" presStyleCnt="3"/>
      <dgm:spPr/>
    </dgm:pt>
    <dgm:pt modelId="{15683E5C-CF54-4B43-9FDB-A34F99853F73}" type="pres">
      <dgm:prSet presAssocID="{504E6D00-3EAC-435F-BE8C-70FA2BE5677F}" presName="parentNode" presStyleLbl="node1" presStyleIdx="1" presStyleCnt="3">
        <dgm:presLayoutVars>
          <dgm:chMax val="0"/>
          <dgm:bulletEnabled val="1"/>
        </dgm:presLayoutVars>
      </dgm:prSet>
      <dgm:spPr/>
    </dgm:pt>
    <dgm:pt modelId="{0F3CE0D5-BA40-414E-8112-74054A4DC861}" type="pres">
      <dgm:prSet presAssocID="{504E6D00-3EAC-435F-BE8C-70FA2BE5677F}" presName="childNode" presStyleLbl="node1" presStyleIdx="1" presStyleCnt="3">
        <dgm:presLayoutVars>
          <dgm:bulletEnabled val="1"/>
        </dgm:presLayoutVars>
      </dgm:prSet>
      <dgm:spPr/>
    </dgm:pt>
    <dgm:pt modelId="{3E53E524-1AA9-43FD-A837-C7DA374DC1F7}" type="pres">
      <dgm:prSet presAssocID="{56FE91F8-FBA0-4005-A97D-A76E81BA2CB9}" presName="hSp" presStyleCnt="0"/>
      <dgm:spPr/>
    </dgm:pt>
    <dgm:pt modelId="{1352AA2C-83C0-4423-9B54-4D0D4BB6B6D4}" type="pres">
      <dgm:prSet presAssocID="{56FE91F8-FBA0-4005-A97D-A76E81BA2CB9}" presName="vProcSp" presStyleCnt="0"/>
      <dgm:spPr/>
    </dgm:pt>
    <dgm:pt modelId="{B82F07DF-32DF-4E49-BC59-EB34ADFCA2F9}" type="pres">
      <dgm:prSet presAssocID="{56FE91F8-FBA0-4005-A97D-A76E81BA2CB9}" presName="vSp1" presStyleCnt="0"/>
      <dgm:spPr/>
    </dgm:pt>
    <dgm:pt modelId="{F131723C-A978-48BC-B2AE-25607766632D}" type="pres">
      <dgm:prSet presAssocID="{56FE91F8-FBA0-4005-A97D-A76E81BA2CB9}" presName="simulatedConn" presStyleLbl="solidFgAcc1" presStyleIdx="1" presStyleCnt="2"/>
      <dgm:spPr/>
    </dgm:pt>
    <dgm:pt modelId="{9C5BA071-CC77-4F9B-8D14-EABF7F180990}" type="pres">
      <dgm:prSet presAssocID="{56FE91F8-FBA0-4005-A97D-A76E81BA2CB9}" presName="vSp2" presStyleCnt="0"/>
      <dgm:spPr/>
    </dgm:pt>
    <dgm:pt modelId="{DDCDA19C-EBC4-4A00-A927-CFCFB382ABB7}" type="pres">
      <dgm:prSet presAssocID="{56FE91F8-FBA0-4005-A97D-A76E81BA2CB9}" presName="sibTrans" presStyleCnt="0"/>
      <dgm:spPr/>
    </dgm:pt>
    <dgm:pt modelId="{80A488E5-7F08-42CF-A2A5-1E9FF2F603E4}" type="pres">
      <dgm:prSet presAssocID="{EA10927F-B5DB-44BD-85B7-251E8B6511D2}" presName="compositeNode" presStyleCnt="0">
        <dgm:presLayoutVars>
          <dgm:bulletEnabled val="1"/>
        </dgm:presLayoutVars>
      </dgm:prSet>
      <dgm:spPr/>
    </dgm:pt>
    <dgm:pt modelId="{C5F67B0F-5BF2-4B8F-BD7F-3934B650D76B}" type="pres">
      <dgm:prSet presAssocID="{EA10927F-B5DB-44BD-85B7-251E8B6511D2}" presName="bgRect" presStyleLbl="node1" presStyleIdx="2" presStyleCnt="3"/>
      <dgm:spPr/>
    </dgm:pt>
    <dgm:pt modelId="{EEB348D3-99F8-4011-852A-0974CBF61C48}" type="pres">
      <dgm:prSet presAssocID="{EA10927F-B5DB-44BD-85B7-251E8B6511D2}" presName="parentNode" presStyleLbl="node1" presStyleIdx="2" presStyleCnt="3">
        <dgm:presLayoutVars>
          <dgm:chMax val="0"/>
          <dgm:bulletEnabled val="1"/>
        </dgm:presLayoutVars>
      </dgm:prSet>
      <dgm:spPr/>
    </dgm:pt>
    <dgm:pt modelId="{5BE9AC8A-AB03-4E04-AAA9-0271190772D2}" type="pres">
      <dgm:prSet presAssocID="{EA10927F-B5DB-44BD-85B7-251E8B6511D2}" presName="childNode" presStyleLbl="node1" presStyleIdx="2" presStyleCnt="3">
        <dgm:presLayoutVars>
          <dgm:bulletEnabled val="1"/>
        </dgm:presLayoutVars>
      </dgm:prSet>
      <dgm:spPr/>
    </dgm:pt>
  </dgm:ptLst>
  <dgm:cxnLst>
    <dgm:cxn modelId="{83330306-46A9-4E6E-A915-59E771DF60E0}" type="presOf" srcId="{3CC6CACC-71CE-4402-8CF7-97F5CBB2C000}" destId="{5BE9AC8A-AB03-4E04-AAA9-0271190772D2}" srcOrd="0" destOrd="0" presId="urn:microsoft.com/office/officeart/2005/8/layout/hProcess7"/>
    <dgm:cxn modelId="{37E52607-9393-4A9C-A783-400FA5F3691A}" srcId="{61CEE0A3-70B5-4112-8AC5-A70DCCBD22C7}" destId="{B8941621-6385-4B01-B5C4-63912C221EB9}" srcOrd="0" destOrd="0" parTransId="{23ACE851-E925-4A4C-B9E3-54A3A825425E}" sibTransId="{2A0A0AB7-1090-4336-BBC6-FC01B15D84AD}"/>
    <dgm:cxn modelId="{2A628109-0013-4BA8-B7E9-415EC56D34F4}" type="presOf" srcId="{1D870F7C-2A7E-4759-8ED6-B7EC9B54B22C}" destId="{75EFF17E-1612-46A0-95DB-C981BB9796ED}" srcOrd="0" destOrd="1" presId="urn:microsoft.com/office/officeart/2005/8/layout/hProcess7"/>
    <dgm:cxn modelId="{F8DFAB0A-8D72-4360-88CC-616112A0BE07}" type="presOf" srcId="{3D6D1B21-CB84-4DC7-B2AA-018E2DD1342F}" destId="{75EFF17E-1612-46A0-95DB-C981BB9796ED}" srcOrd="0" destOrd="4" presId="urn:microsoft.com/office/officeart/2005/8/layout/hProcess7"/>
    <dgm:cxn modelId="{003E651D-843C-4C0B-8056-D0B8BC9B8B30}" type="presOf" srcId="{61CEE0A3-70B5-4112-8AC5-A70DCCBD22C7}" destId="{C7E163F5-4EE2-4207-9075-186F7B19AC0F}" srcOrd="0" destOrd="0" presId="urn:microsoft.com/office/officeart/2005/8/layout/hProcess7"/>
    <dgm:cxn modelId="{55B3512C-587F-4B3D-A416-8278BAD38C99}" srcId="{61CEE0A3-70B5-4112-8AC5-A70DCCBD22C7}" destId="{EA10927F-B5DB-44BD-85B7-251E8B6511D2}" srcOrd="2" destOrd="0" parTransId="{E1CBC9F4-AD1A-4E9B-A8C9-F4442238E796}" sibTransId="{8C7999ED-B190-45E9-9358-6AC30036E09E}"/>
    <dgm:cxn modelId="{EC62A035-FC6B-4A87-8313-261125DEFA69}" type="presOf" srcId="{9A45D6D8-FC63-4AC5-86EF-40FEA28DF269}" destId="{5BE9AC8A-AB03-4E04-AAA9-0271190772D2}" srcOrd="0" destOrd="2" presId="urn:microsoft.com/office/officeart/2005/8/layout/hProcess7"/>
    <dgm:cxn modelId="{AF7C7A3A-DD19-4EE3-9D3B-229C3A2E70BD}" type="presOf" srcId="{18231B47-1DE6-4545-8031-09526C732A91}" destId="{75EFF17E-1612-46A0-95DB-C981BB9796ED}" srcOrd="0" destOrd="2" presId="urn:microsoft.com/office/officeart/2005/8/layout/hProcess7"/>
    <dgm:cxn modelId="{398A2F3F-184D-4048-9685-6C081F2BBE89}" srcId="{EA10927F-B5DB-44BD-85B7-251E8B6511D2}" destId="{3CC6CACC-71CE-4402-8CF7-97F5CBB2C000}" srcOrd="0" destOrd="0" parTransId="{7634805B-38DE-4D39-8422-0481D9B745A1}" sibTransId="{DF8F8148-73C1-4523-A5CE-A55F4238752B}"/>
    <dgm:cxn modelId="{62ED783F-CF62-47E1-B9C1-B7346BB75AA2}" srcId="{EA10927F-B5DB-44BD-85B7-251E8B6511D2}" destId="{6E614D94-3EEC-40D3-A34C-93FA31ACD96D}" srcOrd="1" destOrd="0" parTransId="{2DBFC8A2-FE9B-412A-A5F6-5F2210ED815B}" sibTransId="{AA375C02-8B2D-45F6-8C8A-AB0D789E0D14}"/>
    <dgm:cxn modelId="{93C83445-100F-4E88-ACB5-640FE05CEA38}" srcId="{B8941621-6385-4B01-B5C4-63912C221EB9}" destId="{E1583248-4D6A-42D4-A29F-B626302C3814}" srcOrd="3" destOrd="0" parTransId="{3E638D1E-1AEF-4E1E-93B0-32AFBB93DA44}" sibTransId="{C0DBCD4E-C218-4F6B-9CAD-D73903CAFC45}"/>
    <dgm:cxn modelId="{52AD9D6A-0C7D-4B4B-87A9-713D2E4232EC}" srcId="{504E6D00-3EAC-435F-BE8C-70FA2BE5677F}" destId="{E8E43FBB-6CC7-4AE1-A358-6D5973B61CE1}" srcOrd="2" destOrd="0" parTransId="{73BEF6F3-96D0-4598-8C0C-D2A22B26C485}" sibTransId="{D73B2786-677F-4C22-9F79-BF194F252AAB}"/>
    <dgm:cxn modelId="{4646F96F-D4F9-4897-BB51-28616933F2D7}" type="presOf" srcId="{504E6D00-3EAC-435F-BE8C-70FA2BE5677F}" destId="{15683E5C-CF54-4B43-9FDB-A34F99853F73}" srcOrd="1" destOrd="0" presId="urn:microsoft.com/office/officeart/2005/8/layout/hProcess7"/>
    <dgm:cxn modelId="{E3519170-8FB3-42D2-BD07-E04AA2414358}" type="presOf" srcId="{EA10927F-B5DB-44BD-85B7-251E8B6511D2}" destId="{EEB348D3-99F8-4011-852A-0974CBF61C48}" srcOrd="1" destOrd="0" presId="urn:microsoft.com/office/officeart/2005/8/layout/hProcess7"/>
    <dgm:cxn modelId="{56F79959-1CB7-4750-8A6E-AEC1060E4E2F}" srcId="{B8941621-6385-4B01-B5C4-63912C221EB9}" destId="{18231B47-1DE6-4545-8031-09526C732A91}" srcOrd="2" destOrd="0" parTransId="{1B6E9E74-BA82-45FE-AB0B-C4324A029FE8}" sibTransId="{94B15391-1A9B-4923-AA20-0D44BF44E354}"/>
    <dgm:cxn modelId="{20FA4489-9606-4710-AE2D-07CF3767FBCB}" srcId="{EA10927F-B5DB-44BD-85B7-251E8B6511D2}" destId="{9A45D6D8-FC63-4AC5-86EF-40FEA28DF269}" srcOrd="2" destOrd="0" parTransId="{C37E8FB6-86D3-43A8-B37E-374792DAC562}" sibTransId="{C60ED399-1C49-49F3-BEDD-CEA7B2D63633}"/>
    <dgm:cxn modelId="{EF98078C-6898-4CBF-81F2-420DCCAC0830}" type="presOf" srcId="{504E6D00-3EAC-435F-BE8C-70FA2BE5677F}" destId="{5FDDE308-DDF3-494B-A3A0-4EFA6E0A4159}" srcOrd="0" destOrd="0" presId="urn:microsoft.com/office/officeart/2005/8/layout/hProcess7"/>
    <dgm:cxn modelId="{2C8B0495-091F-4766-B54D-5FB02320B68E}" type="presOf" srcId="{B8941621-6385-4B01-B5C4-63912C221EB9}" destId="{64DC374C-961A-4412-80E8-80B4558664A8}" srcOrd="1" destOrd="0" presId="urn:microsoft.com/office/officeart/2005/8/layout/hProcess7"/>
    <dgm:cxn modelId="{7EEACB95-DA04-4E4A-8285-66E6B417C6E0}" type="presOf" srcId="{344D2D32-3B84-41B2-9C8C-431C6013AB33}" destId="{75EFF17E-1612-46A0-95DB-C981BB9796ED}" srcOrd="0" destOrd="0" presId="urn:microsoft.com/office/officeart/2005/8/layout/hProcess7"/>
    <dgm:cxn modelId="{4F6F189A-E765-42D4-97E2-4DADBC24C167}" type="presOf" srcId="{E1583248-4D6A-42D4-A29F-B626302C3814}" destId="{75EFF17E-1612-46A0-95DB-C981BB9796ED}" srcOrd="0" destOrd="3" presId="urn:microsoft.com/office/officeart/2005/8/layout/hProcess7"/>
    <dgm:cxn modelId="{5D44DFB2-E41F-49E9-8125-7FC5B36CD792}" type="presOf" srcId="{EA10927F-B5DB-44BD-85B7-251E8B6511D2}" destId="{C5F67B0F-5BF2-4B8F-BD7F-3934B650D76B}" srcOrd="0" destOrd="0" presId="urn:microsoft.com/office/officeart/2005/8/layout/hProcess7"/>
    <dgm:cxn modelId="{747FC5B3-BF4E-4F20-89DF-4A48DF2ECE5F}" type="presOf" srcId="{8ACEFA4A-E086-4468-9BEA-18A064DF92A8}" destId="{0F3CE0D5-BA40-414E-8112-74054A4DC861}" srcOrd="0" destOrd="1" presId="urn:microsoft.com/office/officeart/2005/8/layout/hProcess7"/>
    <dgm:cxn modelId="{47D882B7-6ADA-4268-9716-D082D1C63478}" srcId="{B8941621-6385-4B01-B5C4-63912C221EB9}" destId="{344D2D32-3B84-41B2-9C8C-431C6013AB33}" srcOrd="0" destOrd="0" parTransId="{D89B7F5A-95A8-4C34-8BEE-35C7D1B7EA45}" sibTransId="{3A8ABF36-2D95-4EDA-A055-725DE5E9AB28}"/>
    <dgm:cxn modelId="{E1049ABA-6990-4C48-A9DC-6FA9E7120CDC}" srcId="{EA10927F-B5DB-44BD-85B7-251E8B6511D2}" destId="{13099461-11D9-4596-ABB0-16B420FE0902}" srcOrd="3" destOrd="0" parTransId="{EE8F0374-1961-4A49-A846-D425DF69682B}" sibTransId="{A21996C7-ECD8-41C7-9971-E56D13656539}"/>
    <dgm:cxn modelId="{8C9E45BC-30D8-4EBD-BD81-79B65D1D4BDE}" type="presOf" srcId="{F567650D-142A-4644-A882-E51E016F7579}" destId="{0F3CE0D5-BA40-414E-8112-74054A4DC861}" srcOrd="0" destOrd="0" presId="urn:microsoft.com/office/officeart/2005/8/layout/hProcess7"/>
    <dgm:cxn modelId="{144D1ABD-B77B-4E78-9831-76854D5DB11D}" srcId="{61CEE0A3-70B5-4112-8AC5-A70DCCBD22C7}" destId="{504E6D00-3EAC-435F-BE8C-70FA2BE5677F}" srcOrd="1" destOrd="0" parTransId="{E834B06B-FB92-4BC0-84DB-50EB5D4C673D}" sibTransId="{56FE91F8-FBA0-4005-A97D-A76E81BA2CB9}"/>
    <dgm:cxn modelId="{F3E880BD-FF91-46DD-9551-C01FFA069580}" type="presOf" srcId="{6E614D94-3EEC-40D3-A34C-93FA31ACD96D}" destId="{5BE9AC8A-AB03-4E04-AAA9-0271190772D2}" srcOrd="0" destOrd="1" presId="urn:microsoft.com/office/officeart/2005/8/layout/hProcess7"/>
    <dgm:cxn modelId="{7FE42BC4-240A-40EB-A0A2-0088E172F60C}" srcId="{B8941621-6385-4B01-B5C4-63912C221EB9}" destId="{1D870F7C-2A7E-4759-8ED6-B7EC9B54B22C}" srcOrd="1" destOrd="0" parTransId="{1397969B-1100-41AE-8E08-D9A9C1EAFBD3}" sibTransId="{98B67C79-C9FA-4325-9BDD-8A4D18F74C65}"/>
    <dgm:cxn modelId="{F76005C8-118B-4FEB-B146-092DC8662F2B}" type="presOf" srcId="{E8E43FBB-6CC7-4AE1-A358-6D5973B61CE1}" destId="{0F3CE0D5-BA40-414E-8112-74054A4DC861}" srcOrd="0" destOrd="2" presId="urn:microsoft.com/office/officeart/2005/8/layout/hProcess7"/>
    <dgm:cxn modelId="{AAD437E3-D87A-4BAB-8467-9146AD5001D0}" srcId="{B8941621-6385-4B01-B5C4-63912C221EB9}" destId="{3D6D1B21-CB84-4DC7-B2AA-018E2DD1342F}" srcOrd="4" destOrd="0" parTransId="{D633BB80-6CF4-4653-90F9-FA27E3917218}" sibTransId="{835B3365-BB1F-4563-80EC-B30E179820A2}"/>
    <dgm:cxn modelId="{3035B1EA-3776-4523-AA6E-0BE31B998695}" srcId="{504E6D00-3EAC-435F-BE8C-70FA2BE5677F}" destId="{F567650D-142A-4644-A882-E51E016F7579}" srcOrd="0" destOrd="0" parTransId="{46B8722C-B873-44A9-ACE8-63DA77721FFD}" sibTransId="{A0341BEF-46F1-4708-9C18-D8A43ED0BDD6}"/>
    <dgm:cxn modelId="{F98EB3EB-02CA-45E8-A069-943324DC11A6}" type="presOf" srcId="{13099461-11D9-4596-ABB0-16B420FE0902}" destId="{5BE9AC8A-AB03-4E04-AAA9-0271190772D2}" srcOrd="0" destOrd="3" presId="urn:microsoft.com/office/officeart/2005/8/layout/hProcess7"/>
    <dgm:cxn modelId="{3EE7A6F8-82FE-4EC0-855E-FFB707245F90}" type="presOf" srcId="{B8941621-6385-4B01-B5C4-63912C221EB9}" destId="{8A92E584-FEF7-467B-822F-6690A843830E}" srcOrd="0" destOrd="0" presId="urn:microsoft.com/office/officeart/2005/8/layout/hProcess7"/>
    <dgm:cxn modelId="{0789CFFF-068F-43B6-91C4-E431B91600A3}" srcId="{504E6D00-3EAC-435F-BE8C-70FA2BE5677F}" destId="{8ACEFA4A-E086-4468-9BEA-18A064DF92A8}" srcOrd="1" destOrd="0" parTransId="{81AD152B-E4FB-4C0E-B9B7-9881EE07B7DA}" sibTransId="{A1941127-E251-4A6A-8336-E2EEC5AF5D5B}"/>
    <dgm:cxn modelId="{25F74454-747D-4874-B8C4-EF4C361C675A}" type="presParOf" srcId="{C7E163F5-4EE2-4207-9075-186F7B19AC0F}" destId="{4EB5CF0D-69E7-4B7E-A9C8-C2FF7D4D31A1}" srcOrd="0" destOrd="0" presId="urn:microsoft.com/office/officeart/2005/8/layout/hProcess7"/>
    <dgm:cxn modelId="{C15C591A-EBE7-470F-9144-2D3D4613F089}" type="presParOf" srcId="{4EB5CF0D-69E7-4B7E-A9C8-C2FF7D4D31A1}" destId="{8A92E584-FEF7-467B-822F-6690A843830E}" srcOrd="0" destOrd="0" presId="urn:microsoft.com/office/officeart/2005/8/layout/hProcess7"/>
    <dgm:cxn modelId="{0E6C6884-0C11-4787-A272-0D06C4A4B4B1}" type="presParOf" srcId="{4EB5CF0D-69E7-4B7E-A9C8-C2FF7D4D31A1}" destId="{64DC374C-961A-4412-80E8-80B4558664A8}" srcOrd="1" destOrd="0" presId="urn:microsoft.com/office/officeart/2005/8/layout/hProcess7"/>
    <dgm:cxn modelId="{D5DC20A8-8080-466E-911A-9EF032A70882}" type="presParOf" srcId="{4EB5CF0D-69E7-4B7E-A9C8-C2FF7D4D31A1}" destId="{75EFF17E-1612-46A0-95DB-C981BB9796ED}" srcOrd="2" destOrd="0" presId="urn:microsoft.com/office/officeart/2005/8/layout/hProcess7"/>
    <dgm:cxn modelId="{39C9D913-2DCD-4DD2-9CA1-8D72272798F3}" type="presParOf" srcId="{C7E163F5-4EE2-4207-9075-186F7B19AC0F}" destId="{2B2AD978-C908-420E-8234-D8929BF7F505}" srcOrd="1" destOrd="0" presId="urn:microsoft.com/office/officeart/2005/8/layout/hProcess7"/>
    <dgm:cxn modelId="{D3499C50-6DA7-497B-B4CA-F7ED3D87D895}" type="presParOf" srcId="{C7E163F5-4EE2-4207-9075-186F7B19AC0F}" destId="{01D3744C-C534-4F34-AE1F-F5FCB00BD91F}" srcOrd="2" destOrd="0" presId="urn:microsoft.com/office/officeart/2005/8/layout/hProcess7"/>
    <dgm:cxn modelId="{91D15C7B-313D-4069-9417-DDF66501931F}" type="presParOf" srcId="{01D3744C-C534-4F34-AE1F-F5FCB00BD91F}" destId="{462EE7D2-5D79-4F1B-9DDB-8CFC8DC9BD9F}" srcOrd="0" destOrd="0" presId="urn:microsoft.com/office/officeart/2005/8/layout/hProcess7"/>
    <dgm:cxn modelId="{439AC236-D370-4E4A-AC91-61956352F09D}" type="presParOf" srcId="{01D3744C-C534-4F34-AE1F-F5FCB00BD91F}" destId="{46F0721A-5289-48E4-8EC5-9F3899A5EE11}" srcOrd="1" destOrd="0" presId="urn:microsoft.com/office/officeart/2005/8/layout/hProcess7"/>
    <dgm:cxn modelId="{8E1907C5-FD0F-4DAE-A0D0-863AB50D4679}" type="presParOf" srcId="{01D3744C-C534-4F34-AE1F-F5FCB00BD91F}" destId="{06DF4743-2361-478B-96BA-020B86FED362}" srcOrd="2" destOrd="0" presId="urn:microsoft.com/office/officeart/2005/8/layout/hProcess7"/>
    <dgm:cxn modelId="{22A23FF3-A8DD-4383-A33D-3F7C869066E8}" type="presParOf" srcId="{C7E163F5-4EE2-4207-9075-186F7B19AC0F}" destId="{EAE4EBCF-3915-47C7-86D0-3017A1D1CBC2}" srcOrd="3" destOrd="0" presId="urn:microsoft.com/office/officeart/2005/8/layout/hProcess7"/>
    <dgm:cxn modelId="{00F837B0-9805-41A2-B03F-D63364960582}" type="presParOf" srcId="{C7E163F5-4EE2-4207-9075-186F7B19AC0F}" destId="{949FCE0C-9FD4-433D-A432-CC467E62E726}" srcOrd="4" destOrd="0" presId="urn:microsoft.com/office/officeart/2005/8/layout/hProcess7"/>
    <dgm:cxn modelId="{B223102E-1F0F-46F7-A86B-40929726EF25}" type="presParOf" srcId="{949FCE0C-9FD4-433D-A432-CC467E62E726}" destId="{5FDDE308-DDF3-494B-A3A0-4EFA6E0A4159}" srcOrd="0" destOrd="0" presId="urn:microsoft.com/office/officeart/2005/8/layout/hProcess7"/>
    <dgm:cxn modelId="{72D956B1-B3AB-4CBF-AB2A-3E9F1CCE8C94}" type="presParOf" srcId="{949FCE0C-9FD4-433D-A432-CC467E62E726}" destId="{15683E5C-CF54-4B43-9FDB-A34F99853F73}" srcOrd="1" destOrd="0" presId="urn:microsoft.com/office/officeart/2005/8/layout/hProcess7"/>
    <dgm:cxn modelId="{50570E39-22D1-4F81-92E0-6142BF9311B9}" type="presParOf" srcId="{949FCE0C-9FD4-433D-A432-CC467E62E726}" destId="{0F3CE0D5-BA40-414E-8112-74054A4DC861}" srcOrd="2" destOrd="0" presId="urn:microsoft.com/office/officeart/2005/8/layout/hProcess7"/>
    <dgm:cxn modelId="{19368F48-4A0C-4B7B-AA58-B93EE676021A}" type="presParOf" srcId="{C7E163F5-4EE2-4207-9075-186F7B19AC0F}" destId="{3E53E524-1AA9-43FD-A837-C7DA374DC1F7}" srcOrd="5" destOrd="0" presId="urn:microsoft.com/office/officeart/2005/8/layout/hProcess7"/>
    <dgm:cxn modelId="{9B85919C-426A-46C6-9230-231BC640504E}" type="presParOf" srcId="{C7E163F5-4EE2-4207-9075-186F7B19AC0F}" destId="{1352AA2C-83C0-4423-9B54-4D0D4BB6B6D4}" srcOrd="6" destOrd="0" presId="urn:microsoft.com/office/officeart/2005/8/layout/hProcess7"/>
    <dgm:cxn modelId="{333157E4-7E43-4ABD-B4E4-C996120D6001}" type="presParOf" srcId="{1352AA2C-83C0-4423-9B54-4D0D4BB6B6D4}" destId="{B82F07DF-32DF-4E49-BC59-EB34ADFCA2F9}" srcOrd="0" destOrd="0" presId="urn:microsoft.com/office/officeart/2005/8/layout/hProcess7"/>
    <dgm:cxn modelId="{E43DFE94-FE6D-4E0A-975B-F1160897B964}" type="presParOf" srcId="{1352AA2C-83C0-4423-9B54-4D0D4BB6B6D4}" destId="{F131723C-A978-48BC-B2AE-25607766632D}" srcOrd="1" destOrd="0" presId="urn:microsoft.com/office/officeart/2005/8/layout/hProcess7"/>
    <dgm:cxn modelId="{B1BA5640-E07C-4229-A35D-872C95303275}" type="presParOf" srcId="{1352AA2C-83C0-4423-9B54-4D0D4BB6B6D4}" destId="{9C5BA071-CC77-4F9B-8D14-EABF7F180990}" srcOrd="2" destOrd="0" presId="urn:microsoft.com/office/officeart/2005/8/layout/hProcess7"/>
    <dgm:cxn modelId="{52FE8A04-AB28-4B5B-9DE0-366F869BCA7C}" type="presParOf" srcId="{C7E163F5-4EE2-4207-9075-186F7B19AC0F}" destId="{DDCDA19C-EBC4-4A00-A927-CFCFB382ABB7}" srcOrd="7" destOrd="0" presId="urn:microsoft.com/office/officeart/2005/8/layout/hProcess7"/>
    <dgm:cxn modelId="{7596D30D-E7B5-4FB5-A5E6-079399B51471}" type="presParOf" srcId="{C7E163F5-4EE2-4207-9075-186F7B19AC0F}" destId="{80A488E5-7F08-42CF-A2A5-1E9FF2F603E4}" srcOrd="8" destOrd="0" presId="urn:microsoft.com/office/officeart/2005/8/layout/hProcess7"/>
    <dgm:cxn modelId="{C1A6D80E-86DD-44CA-9586-27B852220AD4}" type="presParOf" srcId="{80A488E5-7F08-42CF-A2A5-1E9FF2F603E4}" destId="{C5F67B0F-5BF2-4B8F-BD7F-3934B650D76B}" srcOrd="0" destOrd="0" presId="urn:microsoft.com/office/officeart/2005/8/layout/hProcess7"/>
    <dgm:cxn modelId="{C933BF8E-3D5B-42DC-A05A-9E794820D938}" type="presParOf" srcId="{80A488E5-7F08-42CF-A2A5-1E9FF2F603E4}" destId="{EEB348D3-99F8-4011-852A-0974CBF61C48}" srcOrd="1" destOrd="0" presId="urn:microsoft.com/office/officeart/2005/8/layout/hProcess7"/>
    <dgm:cxn modelId="{EC45B79A-9E71-4003-B3D1-66663E76DB6D}" type="presParOf" srcId="{80A488E5-7F08-42CF-A2A5-1E9FF2F603E4}" destId="{5BE9AC8A-AB03-4E04-AAA9-0271190772D2}"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F1BD16-F211-2D43-BA8E-392E7F281690}" type="doc">
      <dgm:prSet loTypeId="urn:microsoft.com/office/officeart/2005/8/layout/hProcess4" loCatId="" qsTypeId="urn:microsoft.com/office/officeart/2005/8/quickstyle/simple1" qsCatId="simple" csTypeId="urn:microsoft.com/office/officeart/2005/8/colors/accent0_3" csCatId="mainScheme" phldr="1"/>
      <dgm:spPr/>
      <dgm:t>
        <a:bodyPr/>
        <a:lstStyle/>
        <a:p>
          <a:endParaRPr lang="es-MX"/>
        </a:p>
      </dgm:t>
    </dgm:pt>
    <dgm:pt modelId="{B33781FC-FC94-7347-9080-511C3EC8F94A}">
      <dgm:prSet phldrT="[Texto]"/>
      <dgm:spPr/>
      <dgm:t>
        <a:bodyPr/>
        <a:lstStyle/>
        <a:p>
          <a:r>
            <a:rPr lang="es-MX" dirty="0">
              <a:latin typeface="Galvji" panose="020B0504020202020204" pitchFamily="34" charset="77"/>
            </a:rPr>
            <a:t>Empatizar</a:t>
          </a:r>
        </a:p>
      </dgm:t>
    </dgm:pt>
    <dgm:pt modelId="{5C31F509-0848-5D4E-98C6-CB967FB936E0}" type="parTrans" cxnId="{6AF6F0E9-71CD-C246-8527-45CDC5209989}">
      <dgm:prSet/>
      <dgm:spPr/>
      <dgm:t>
        <a:bodyPr/>
        <a:lstStyle/>
        <a:p>
          <a:endParaRPr lang="es-MX">
            <a:latin typeface="Galvji" panose="020B0504020202020204" pitchFamily="34" charset="77"/>
          </a:endParaRPr>
        </a:p>
      </dgm:t>
    </dgm:pt>
    <dgm:pt modelId="{04B8909E-7589-9B4D-B186-04322369E6CE}" type="sibTrans" cxnId="{6AF6F0E9-71CD-C246-8527-45CDC5209989}">
      <dgm:prSet/>
      <dgm:spPr/>
      <dgm:t>
        <a:bodyPr/>
        <a:lstStyle/>
        <a:p>
          <a:endParaRPr lang="es-MX">
            <a:latin typeface="Galvji" panose="020B0504020202020204" pitchFamily="34" charset="77"/>
          </a:endParaRPr>
        </a:p>
      </dgm:t>
    </dgm:pt>
    <dgm:pt modelId="{33998A77-711D-CB4F-9620-B53020B570CB}">
      <dgm:prSet phldrT="[Texto]"/>
      <dgm:spPr/>
      <dgm:t>
        <a:bodyPr/>
        <a:lstStyle/>
        <a:p>
          <a:r>
            <a:rPr lang="es-MX" dirty="0">
              <a:latin typeface="Galvji" panose="020B0504020202020204" pitchFamily="34" charset="77"/>
            </a:rPr>
            <a:t>Compradores &amp; Inversionistas.</a:t>
          </a:r>
        </a:p>
      </dgm:t>
    </dgm:pt>
    <dgm:pt modelId="{55E00226-8FE0-CB42-A1F8-B507E6F3381B}" type="parTrans" cxnId="{1D2C70A2-4B81-D04F-B673-4D258FD28AF9}">
      <dgm:prSet/>
      <dgm:spPr/>
      <dgm:t>
        <a:bodyPr/>
        <a:lstStyle/>
        <a:p>
          <a:endParaRPr lang="es-MX">
            <a:latin typeface="Galvji" panose="020B0504020202020204" pitchFamily="34" charset="77"/>
          </a:endParaRPr>
        </a:p>
      </dgm:t>
    </dgm:pt>
    <dgm:pt modelId="{D703C403-5BEC-8C41-B2C9-C42F9E5F7B19}" type="sibTrans" cxnId="{1D2C70A2-4B81-D04F-B673-4D258FD28AF9}">
      <dgm:prSet/>
      <dgm:spPr/>
      <dgm:t>
        <a:bodyPr/>
        <a:lstStyle/>
        <a:p>
          <a:endParaRPr lang="es-MX">
            <a:latin typeface="Galvji" panose="020B0504020202020204" pitchFamily="34" charset="77"/>
          </a:endParaRPr>
        </a:p>
      </dgm:t>
    </dgm:pt>
    <dgm:pt modelId="{4F18DB84-9D1B-6246-8BA6-0C993B904B6D}">
      <dgm:prSet phldrT="[Texto]"/>
      <dgm:spPr/>
      <dgm:t>
        <a:bodyPr/>
        <a:lstStyle/>
        <a:p>
          <a:r>
            <a:rPr lang="es-MX" dirty="0">
              <a:latin typeface="Galvji" panose="020B0504020202020204" pitchFamily="34" charset="77"/>
            </a:rPr>
            <a:t>Definir</a:t>
          </a:r>
        </a:p>
      </dgm:t>
    </dgm:pt>
    <dgm:pt modelId="{7F827395-B1F7-974F-BDF8-0372F4CAA59B}" type="parTrans" cxnId="{94915C2C-3A00-1B45-AF68-EEEA2F1CDCAC}">
      <dgm:prSet/>
      <dgm:spPr/>
      <dgm:t>
        <a:bodyPr/>
        <a:lstStyle/>
        <a:p>
          <a:endParaRPr lang="es-MX">
            <a:latin typeface="Galvji" panose="020B0504020202020204" pitchFamily="34" charset="77"/>
          </a:endParaRPr>
        </a:p>
      </dgm:t>
    </dgm:pt>
    <dgm:pt modelId="{8EF13938-2124-C149-94D0-D40608630A60}" type="sibTrans" cxnId="{94915C2C-3A00-1B45-AF68-EEEA2F1CDCAC}">
      <dgm:prSet/>
      <dgm:spPr/>
      <dgm:t>
        <a:bodyPr/>
        <a:lstStyle/>
        <a:p>
          <a:endParaRPr lang="es-MX">
            <a:latin typeface="Galvji" panose="020B0504020202020204" pitchFamily="34" charset="77"/>
          </a:endParaRPr>
        </a:p>
      </dgm:t>
    </dgm:pt>
    <dgm:pt modelId="{2BB660E2-A954-574C-A717-90B0B16056DD}">
      <dgm:prSet phldrT="[Texto]"/>
      <dgm:spPr/>
      <dgm:t>
        <a:bodyPr/>
        <a:lstStyle/>
        <a:p>
          <a:r>
            <a:rPr lang="es-MX" dirty="0">
              <a:latin typeface="Galvji" panose="020B0504020202020204" pitchFamily="34" charset="77"/>
            </a:rPr>
            <a:t>Identificar las variables influyentes.</a:t>
          </a:r>
        </a:p>
      </dgm:t>
    </dgm:pt>
    <dgm:pt modelId="{CB5E4F0D-3347-A641-9C7B-C659C27328B8}" type="parTrans" cxnId="{802BCB91-93DB-4E4F-A6E4-97DE0310F269}">
      <dgm:prSet/>
      <dgm:spPr/>
      <dgm:t>
        <a:bodyPr/>
        <a:lstStyle/>
        <a:p>
          <a:endParaRPr lang="es-MX">
            <a:latin typeface="Galvji" panose="020B0504020202020204" pitchFamily="34" charset="77"/>
          </a:endParaRPr>
        </a:p>
      </dgm:t>
    </dgm:pt>
    <dgm:pt modelId="{E46C44C8-62B8-4043-B74F-9973168446DA}" type="sibTrans" cxnId="{802BCB91-93DB-4E4F-A6E4-97DE0310F269}">
      <dgm:prSet/>
      <dgm:spPr/>
      <dgm:t>
        <a:bodyPr/>
        <a:lstStyle/>
        <a:p>
          <a:endParaRPr lang="es-MX">
            <a:latin typeface="Galvji" panose="020B0504020202020204" pitchFamily="34" charset="77"/>
          </a:endParaRPr>
        </a:p>
      </dgm:t>
    </dgm:pt>
    <dgm:pt modelId="{C8D242CA-D4BE-BA44-8F56-FC613A4B53F8}">
      <dgm:prSet phldrT="[Texto]"/>
      <dgm:spPr/>
      <dgm:t>
        <a:bodyPr/>
        <a:lstStyle/>
        <a:p>
          <a:r>
            <a:rPr lang="es-MX" dirty="0">
              <a:latin typeface="Galvji" panose="020B0504020202020204" pitchFamily="34" charset="77"/>
            </a:rPr>
            <a:t>Idear</a:t>
          </a:r>
        </a:p>
      </dgm:t>
    </dgm:pt>
    <dgm:pt modelId="{2835E948-1043-1048-B4CF-756C74E6ADD1}" type="parTrans" cxnId="{C5FF6F26-2FAE-D14E-A484-FAC5DD3D478D}">
      <dgm:prSet/>
      <dgm:spPr/>
      <dgm:t>
        <a:bodyPr/>
        <a:lstStyle/>
        <a:p>
          <a:endParaRPr lang="es-MX">
            <a:latin typeface="Galvji" panose="020B0504020202020204" pitchFamily="34" charset="77"/>
          </a:endParaRPr>
        </a:p>
      </dgm:t>
    </dgm:pt>
    <dgm:pt modelId="{01CB9D77-0FD8-6447-B705-BF9E931598C7}" type="sibTrans" cxnId="{C5FF6F26-2FAE-D14E-A484-FAC5DD3D478D}">
      <dgm:prSet/>
      <dgm:spPr/>
      <dgm:t>
        <a:bodyPr/>
        <a:lstStyle/>
        <a:p>
          <a:endParaRPr lang="es-MX">
            <a:latin typeface="Galvji" panose="020B0504020202020204" pitchFamily="34" charset="77"/>
          </a:endParaRPr>
        </a:p>
      </dgm:t>
    </dgm:pt>
    <dgm:pt modelId="{657615A4-78F3-0C45-AA9D-E9730A09CB43}">
      <dgm:prSet phldrT="[Texto]"/>
      <dgm:spPr/>
      <dgm:t>
        <a:bodyPr/>
        <a:lstStyle/>
        <a:p>
          <a:r>
            <a:rPr lang="es-MX" dirty="0">
              <a:latin typeface="Galvji" panose="020B0504020202020204" pitchFamily="34" charset="77"/>
            </a:rPr>
            <a:t>Crear visualizaciones de los datos, por medio de modelos de regresión y mapas de calor.</a:t>
          </a:r>
        </a:p>
      </dgm:t>
    </dgm:pt>
    <dgm:pt modelId="{6C18790C-FE85-E544-9579-CCD8400C21B5}" type="parTrans" cxnId="{6AD18EBF-7A47-F245-BFAF-20A14275986A}">
      <dgm:prSet/>
      <dgm:spPr/>
      <dgm:t>
        <a:bodyPr/>
        <a:lstStyle/>
        <a:p>
          <a:endParaRPr lang="es-MX">
            <a:latin typeface="Galvji" panose="020B0504020202020204" pitchFamily="34" charset="77"/>
          </a:endParaRPr>
        </a:p>
      </dgm:t>
    </dgm:pt>
    <dgm:pt modelId="{3A69F210-1098-C543-84A5-5AFBDF4E692E}" type="sibTrans" cxnId="{6AD18EBF-7A47-F245-BFAF-20A14275986A}">
      <dgm:prSet/>
      <dgm:spPr/>
      <dgm:t>
        <a:bodyPr/>
        <a:lstStyle/>
        <a:p>
          <a:endParaRPr lang="es-MX">
            <a:latin typeface="Galvji" panose="020B0504020202020204" pitchFamily="34" charset="77"/>
          </a:endParaRPr>
        </a:p>
      </dgm:t>
    </dgm:pt>
    <dgm:pt modelId="{3DD54DBE-9F6A-584E-8758-A59638DECC25}">
      <dgm:prSet phldrT="[Texto]"/>
      <dgm:spPr/>
      <dgm:t>
        <a:bodyPr/>
        <a:lstStyle/>
        <a:p>
          <a:endParaRPr lang="es-MX" dirty="0">
            <a:latin typeface="Galvji" panose="020B0504020202020204" pitchFamily="34" charset="77"/>
          </a:endParaRPr>
        </a:p>
      </dgm:t>
    </dgm:pt>
    <dgm:pt modelId="{14E1F158-B29D-4F42-986B-7B9610192EBA}" type="parTrans" cxnId="{45DD25E8-0D96-5149-849B-2A6844E7A4EE}">
      <dgm:prSet/>
      <dgm:spPr/>
      <dgm:t>
        <a:bodyPr/>
        <a:lstStyle/>
        <a:p>
          <a:endParaRPr lang="es-MX">
            <a:latin typeface="Galvji" panose="020B0504020202020204" pitchFamily="34" charset="77"/>
          </a:endParaRPr>
        </a:p>
      </dgm:t>
    </dgm:pt>
    <dgm:pt modelId="{8423D050-C1CF-874A-B19B-17096AAE10E1}" type="sibTrans" cxnId="{45DD25E8-0D96-5149-849B-2A6844E7A4EE}">
      <dgm:prSet/>
      <dgm:spPr/>
      <dgm:t>
        <a:bodyPr/>
        <a:lstStyle/>
        <a:p>
          <a:endParaRPr lang="es-MX">
            <a:latin typeface="Galvji" panose="020B0504020202020204" pitchFamily="34" charset="77"/>
          </a:endParaRPr>
        </a:p>
      </dgm:t>
    </dgm:pt>
    <dgm:pt modelId="{2C29989D-8E33-3441-A1BF-82B64A47B977}">
      <dgm:prSet/>
      <dgm:spPr/>
      <dgm:t>
        <a:bodyPr/>
        <a:lstStyle/>
        <a:p>
          <a:r>
            <a:rPr lang="es-MX" dirty="0">
              <a:latin typeface="Galvji" panose="020B0504020202020204" pitchFamily="34" charset="77"/>
            </a:rPr>
            <a:t>Prototipar</a:t>
          </a:r>
        </a:p>
      </dgm:t>
    </dgm:pt>
    <dgm:pt modelId="{4E6A1BA2-B3E9-7343-8880-638ED9285837}" type="parTrans" cxnId="{CD23A18C-7434-5844-BEAB-DE8F378BF960}">
      <dgm:prSet/>
      <dgm:spPr/>
      <dgm:t>
        <a:bodyPr/>
        <a:lstStyle/>
        <a:p>
          <a:endParaRPr lang="es-MX">
            <a:latin typeface="Galvji" panose="020B0504020202020204" pitchFamily="34" charset="77"/>
          </a:endParaRPr>
        </a:p>
      </dgm:t>
    </dgm:pt>
    <dgm:pt modelId="{60D0FCE0-4B6B-D540-9646-B626FD061DC4}" type="sibTrans" cxnId="{CD23A18C-7434-5844-BEAB-DE8F378BF960}">
      <dgm:prSet/>
      <dgm:spPr/>
      <dgm:t>
        <a:bodyPr/>
        <a:lstStyle/>
        <a:p>
          <a:endParaRPr lang="es-MX">
            <a:latin typeface="Galvji" panose="020B0504020202020204" pitchFamily="34" charset="77"/>
          </a:endParaRPr>
        </a:p>
      </dgm:t>
    </dgm:pt>
    <dgm:pt modelId="{25F0878F-9AC6-3043-B08B-0B71D7D0EC3A}">
      <dgm:prSet/>
      <dgm:spPr/>
      <dgm:t>
        <a:bodyPr/>
        <a:lstStyle/>
        <a:p>
          <a:r>
            <a:rPr lang="es-MX" dirty="0">
              <a:latin typeface="Galvji" panose="020B0504020202020204" pitchFamily="34" charset="77"/>
            </a:rPr>
            <a:t>Testear</a:t>
          </a:r>
        </a:p>
      </dgm:t>
    </dgm:pt>
    <dgm:pt modelId="{B50797AE-72B6-9947-8C8E-7AD1904E4D2B}" type="parTrans" cxnId="{6CC9435B-EA3E-2347-9372-1DEB07BB08D5}">
      <dgm:prSet/>
      <dgm:spPr/>
      <dgm:t>
        <a:bodyPr/>
        <a:lstStyle/>
        <a:p>
          <a:endParaRPr lang="es-MX">
            <a:latin typeface="Galvji" panose="020B0504020202020204" pitchFamily="34" charset="77"/>
          </a:endParaRPr>
        </a:p>
      </dgm:t>
    </dgm:pt>
    <dgm:pt modelId="{7E9C677B-4882-F54B-837E-A1C803620EA9}" type="sibTrans" cxnId="{6CC9435B-EA3E-2347-9372-1DEB07BB08D5}">
      <dgm:prSet/>
      <dgm:spPr/>
      <dgm:t>
        <a:bodyPr/>
        <a:lstStyle/>
        <a:p>
          <a:endParaRPr lang="es-MX">
            <a:latin typeface="Galvji" panose="020B0504020202020204" pitchFamily="34" charset="77"/>
          </a:endParaRPr>
        </a:p>
      </dgm:t>
    </dgm:pt>
    <dgm:pt modelId="{8EAFBCE0-7E0F-6844-A29D-B563D63CFAA4}">
      <dgm:prSet phldrT="[Texto]"/>
      <dgm:spPr/>
      <dgm:t>
        <a:bodyPr/>
        <a:lstStyle/>
        <a:p>
          <a:r>
            <a:rPr lang="es-MX" dirty="0">
              <a:latin typeface="Galvji" panose="020B0504020202020204" pitchFamily="34" charset="77"/>
            </a:rPr>
            <a:t>Compreder el mercado.</a:t>
          </a:r>
        </a:p>
      </dgm:t>
    </dgm:pt>
    <dgm:pt modelId="{017AAB56-B69C-3641-AC54-563D93DA28C8}" type="parTrans" cxnId="{0A78EF58-EF44-F448-B665-5B98BDDE84DB}">
      <dgm:prSet/>
      <dgm:spPr/>
      <dgm:t>
        <a:bodyPr/>
        <a:lstStyle/>
        <a:p>
          <a:endParaRPr lang="es-MX">
            <a:latin typeface="Galvji" panose="020B0504020202020204" pitchFamily="34" charset="77"/>
          </a:endParaRPr>
        </a:p>
      </dgm:t>
    </dgm:pt>
    <dgm:pt modelId="{CF18EACE-72F0-FE49-9350-B4707768C505}" type="sibTrans" cxnId="{0A78EF58-EF44-F448-B665-5B98BDDE84DB}">
      <dgm:prSet/>
      <dgm:spPr/>
      <dgm:t>
        <a:bodyPr/>
        <a:lstStyle/>
        <a:p>
          <a:endParaRPr lang="es-MX">
            <a:latin typeface="Galvji" panose="020B0504020202020204" pitchFamily="34" charset="77"/>
          </a:endParaRPr>
        </a:p>
      </dgm:t>
    </dgm:pt>
    <dgm:pt modelId="{32F9EBF6-57C0-8A49-9CF4-CA6D8EC09BA5}">
      <dgm:prSet phldrT="[Texto]"/>
      <dgm:spPr/>
      <dgm:t>
        <a:bodyPr/>
        <a:lstStyle/>
        <a:p>
          <a:r>
            <a:rPr lang="es-MX" dirty="0">
              <a:latin typeface="Galvji" panose="020B0504020202020204" pitchFamily="34" charset="77"/>
            </a:rPr>
            <a:t>Falta de claridad.</a:t>
          </a:r>
        </a:p>
      </dgm:t>
    </dgm:pt>
    <dgm:pt modelId="{48433DCA-6328-644E-AC15-B3DF28B4B745}" type="parTrans" cxnId="{1A255C25-8D4F-464B-8E6A-9B6374252EAE}">
      <dgm:prSet/>
      <dgm:spPr/>
      <dgm:t>
        <a:bodyPr/>
        <a:lstStyle/>
        <a:p>
          <a:endParaRPr lang="es-MX">
            <a:latin typeface="Galvji" panose="020B0504020202020204" pitchFamily="34" charset="77"/>
          </a:endParaRPr>
        </a:p>
      </dgm:t>
    </dgm:pt>
    <dgm:pt modelId="{547B119C-1BE0-8D4C-99CA-233B2A077768}" type="sibTrans" cxnId="{1A255C25-8D4F-464B-8E6A-9B6374252EAE}">
      <dgm:prSet/>
      <dgm:spPr/>
      <dgm:t>
        <a:bodyPr/>
        <a:lstStyle/>
        <a:p>
          <a:endParaRPr lang="es-MX">
            <a:latin typeface="Galvji" panose="020B0504020202020204" pitchFamily="34" charset="77"/>
          </a:endParaRPr>
        </a:p>
      </dgm:t>
    </dgm:pt>
    <dgm:pt modelId="{11DA865B-16CF-FE47-A899-6A0590ABDD7B}">
      <dgm:prSet phldrT="[Texto]"/>
      <dgm:spPr/>
      <dgm:t>
        <a:bodyPr/>
        <a:lstStyle/>
        <a:p>
          <a:r>
            <a:rPr lang="es-MX" dirty="0">
              <a:latin typeface="Galvji" panose="020B0504020202020204" pitchFamily="34" charset="77"/>
            </a:rPr>
            <a:t>Complejidad del mercado inmobiliario.</a:t>
          </a:r>
        </a:p>
      </dgm:t>
    </dgm:pt>
    <dgm:pt modelId="{27154DCE-AE2B-C540-A8D7-78BA8AABB349}" type="parTrans" cxnId="{D2E6A995-0BC7-F449-8EE2-4FF094F1AD95}">
      <dgm:prSet/>
      <dgm:spPr/>
      <dgm:t>
        <a:bodyPr/>
        <a:lstStyle/>
        <a:p>
          <a:endParaRPr lang="es-MX">
            <a:latin typeface="Galvji" panose="020B0504020202020204" pitchFamily="34" charset="77"/>
          </a:endParaRPr>
        </a:p>
      </dgm:t>
    </dgm:pt>
    <dgm:pt modelId="{06C0A40E-BD0A-A44F-903C-E89DF77A419A}" type="sibTrans" cxnId="{D2E6A995-0BC7-F449-8EE2-4FF094F1AD95}">
      <dgm:prSet/>
      <dgm:spPr/>
      <dgm:t>
        <a:bodyPr/>
        <a:lstStyle/>
        <a:p>
          <a:endParaRPr lang="es-MX">
            <a:latin typeface="Galvji" panose="020B0504020202020204" pitchFamily="34" charset="77"/>
          </a:endParaRPr>
        </a:p>
      </dgm:t>
    </dgm:pt>
    <dgm:pt modelId="{F317EA27-A2FD-ED4F-919B-B3147E586AF0}">
      <dgm:prSet/>
      <dgm:spPr/>
      <dgm:t>
        <a:bodyPr/>
        <a:lstStyle/>
        <a:p>
          <a:r>
            <a:rPr lang="es-MX" dirty="0">
              <a:latin typeface="Galvji" panose="020B0504020202020204" pitchFamily="34" charset="77"/>
            </a:rPr>
            <a:t>Posible notebook interactivo con visualización y modelo de presición.  </a:t>
          </a:r>
        </a:p>
      </dgm:t>
    </dgm:pt>
    <dgm:pt modelId="{F8848B50-F415-4348-9648-DB2A3480B480}" type="parTrans" cxnId="{24FBE138-D091-5941-92E9-7201F2D5CEFB}">
      <dgm:prSet/>
      <dgm:spPr/>
      <dgm:t>
        <a:bodyPr/>
        <a:lstStyle/>
        <a:p>
          <a:endParaRPr lang="es-MX">
            <a:latin typeface="Galvji" panose="020B0504020202020204" pitchFamily="34" charset="77"/>
          </a:endParaRPr>
        </a:p>
      </dgm:t>
    </dgm:pt>
    <dgm:pt modelId="{F92859D0-EAAE-AC48-84FD-E68D618AC4D6}" type="sibTrans" cxnId="{24FBE138-D091-5941-92E9-7201F2D5CEFB}">
      <dgm:prSet/>
      <dgm:spPr/>
      <dgm:t>
        <a:bodyPr/>
        <a:lstStyle/>
        <a:p>
          <a:endParaRPr lang="es-MX">
            <a:latin typeface="Galvji" panose="020B0504020202020204" pitchFamily="34" charset="77"/>
          </a:endParaRPr>
        </a:p>
      </dgm:t>
    </dgm:pt>
    <dgm:pt modelId="{9FCD63C7-9762-064E-8DE0-2724BF88D72F}">
      <dgm:prSet/>
      <dgm:spPr/>
      <dgm:t>
        <a:bodyPr/>
        <a:lstStyle/>
        <a:p>
          <a:r>
            <a:rPr lang="es-MX" dirty="0">
              <a:latin typeface="Galvji" panose="020B0504020202020204" pitchFamily="34" charset="77"/>
            </a:rPr>
            <a:t>Combinar variables.</a:t>
          </a:r>
        </a:p>
      </dgm:t>
    </dgm:pt>
    <dgm:pt modelId="{CB8376C4-9B5D-7043-A40C-806CB4596F06}" type="parTrans" cxnId="{1AC055C7-26E0-C94B-A7DB-D696A9C741A9}">
      <dgm:prSet/>
      <dgm:spPr/>
      <dgm:t>
        <a:bodyPr/>
        <a:lstStyle/>
        <a:p>
          <a:endParaRPr lang="es-MX">
            <a:latin typeface="Galvji" panose="020B0504020202020204" pitchFamily="34" charset="77"/>
          </a:endParaRPr>
        </a:p>
      </dgm:t>
    </dgm:pt>
    <dgm:pt modelId="{BC588DA2-B00F-A14E-8E1C-1BAA6136DAC1}" type="sibTrans" cxnId="{1AC055C7-26E0-C94B-A7DB-D696A9C741A9}">
      <dgm:prSet/>
      <dgm:spPr/>
      <dgm:t>
        <a:bodyPr/>
        <a:lstStyle/>
        <a:p>
          <a:endParaRPr lang="es-MX">
            <a:latin typeface="Galvji" panose="020B0504020202020204" pitchFamily="34" charset="77"/>
          </a:endParaRPr>
        </a:p>
      </dgm:t>
    </dgm:pt>
    <dgm:pt modelId="{CBE3C137-FBC5-8445-8DF2-3E1221FF30C0}">
      <dgm:prSet/>
      <dgm:spPr/>
      <dgm:t>
        <a:bodyPr/>
        <a:lstStyle/>
        <a:p>
          <a:r>
            <a:rPr lang="es-MX" dirty="0">
              <a:latin typeface="Galvji" panose="020B0504020202020204" pitchFamily="34" charset="77"/>
            </a:rPr>
            <a:t>Evaluar si el prototipo idenficia claramente las variables influyentes.</a:t>
          </a:r>
        </a:p>
      </dgm:t>
    </dgm:pt>
    <dgm:pt modelId="{086C196A-77B6-2D4F-B72F-9C20FCAA3E8A}" type="parTrans" cxnId="{3E97B5F3-A432-0841-95AB-542200B7A559}">
      <dgm:prSet/>
      <dgm:spPr/>
      <dgm:t>
        <a:bodyPr/>
        <a:lstStyle/>
        <a:p>
          <a:endParaRPr lang="es-MX">
            <a:latin typeface="Galvji" panose="020B0504020202020204" pitchFamily="34" charset="77"/>
          </a:endParaRPr>
        </a:p>
      </dgm:t>
    </dgm:pt>
    <dgm:pt modelId="{BFFA24AD-0BF0-5D49-9DF3-A9F253350485}" type="sibTrans" cxnId="{3E97B5F3-A432-0841-95AB-542200B7A559}">
      <dgm:prSet/>
      <dgm:spPr/>
      <dgm:t>
        <a:bodyPr/>
        <a:lstStyle/>
        <a:p>
          <a:endParaRPr lang="es-MX">
            <a:latin typeface="Galvji" panose="020B0504020202020204" pitchFamily="34" charset="77"/>
          </a:endParaRPr>
        </a:p>
      </dgm:t>
    </dgm:pt>
    <dgm:pt modelId="{9A589524-69D3-1045-B895-EE5711C729E0}" type="pres">
      <dgm:prSet presAssocID="{82F1BD16-F211-2D43-BA8E-392E7F281690}" presName="Name0" presStyleCnt="0">
        <dgm:presLayoutVars>
          <dgm:dir/>
          <dgm:animLvl val="lvl"/>
          <dgm:resizeHandles val="exact"/>
        </dgm:presLayoutVars>
      </dgm:prSet>
      <dgm:spPr/>
    </dgm:pt>
    <dgm:pt modelId="{52A96321-FEA9-8F41-9C8D-F92FEB1C11E0}" type="pres">
      <dgm:prSet presAssocID="{82F1BD16-F211-2D43-BA8E-392E7F281690}" presName="tSp" presStyleCnt="0"/>
      <dgm:spPr/>
    </dgm:pt>
    <dgm:pt modelId="{5BC7EB78-ED4B-1843-9055-6F54F64326AC}" type="pres">
      <dgm:prSet presAssocID="{82F1BD16-F211-2D43-BA8E-392E7F281690}" presName="bSp" presStyleCnt="0"/>
      <dgm:spPr/>
    </dgm:pt>
    <dgm:pt modelId="{A77643D6-85BC-3447-BBCC-49782043FBF0}" type="pres">
      <dgm:prSet presAssocID="{82F1BD16-F211-2D43-BA8E-392E7F281690}" presName="process" presStyleCnt="0"/>
      <dgm:spPr/>
    </dgm:pt>
    <dgm:pt modelId="{CD7127A9-885A-D94D-8139-E3D57F8B15D2}" type="pres">
      <dgm:prSet presAssocID="{B33781FC-FC94-7347-9080-511C3EC8F94A}" presName="composite1" presStyleCnt="0"/>
      <dgm:spPr/>
    </dgm:pt>
    <dgm:pt modelId="{F5741CBB-87D9-BC46-9CDB-0BC0EE144F8B}" type="pres">
      <dgm:prSet presAssocID="{B33781FC-FC94-7347-9080-511C3EC8F94A}" presName="dummyNode1" presStyleLbl="node1" presStyleIdx="0" presStyleCnt="5"/>
      <dgm:spPr/>
    </dgm:pt>
    <dgm:pt modelId="{B41BC3D6-395A-F14E-876E-3C773DD2DFD2}" type="pres">
      <dgm:prSet presAssocID="{B33781FC-FC94-7347-9080-511C3EC8F94A}" presName="childNode1" presStyleLbl="bgAcc1" presStyleIdx="0" presStyleCnt="5">
        <dgm:presLayoutVars>
          <dgm:bulletEnabled val="1"/>
        </dgm:presLayoutVars>
      </dgm:prSet>
      <dgm:spPr/>
    </dgm:pt>
    <dgm:pt modelId="{816BCCEA-CD47-D043-88FF-16F2BB20352A}" type="pres">
      <dgm:prSet presAssocID="{B33781FC-FC94-7347-9080-511C3EC8F94A}" presName="childNode1tx" presStyleLbl="bgAcc1" presStyleIdx="0" presStyleCnt="5">
        <dgm:presLayoutVars>
          <dgm:bulletEnabled val="1"/>
        </dgm:presLayoutVars>
      </dgm:prSet>
      <dgm:spPr/>
    </dgm:pt>
    <dgm:pt modelId="{ED9531D0-7854-AB43-B8EF-C86DA43D0F28}" type="pres">
      <dgm:prSet presAssocID="{B33781FC-FC94-7347-9080-511C3EC8F94A}" presName="parentNode1" presStyleLbl="node1" presStyleIdx="0" presStyleCnt="5">
        <dgm:presLayoutVars>
          <dgm:chMax val="1"/>
          <dgm:bulletEnabled val="1"/>
        </dgm:presLayoutVars>
      </dgm:prSet>
      <dgm:spPr/>
    </dgm:pt>
    <dgm:pt modelId="{400D1668-210A-5545-AF15-37F5832E1651}" type="pres">
      <dgm:prSet presAssocID="{B33781FC-FC94-7347-9080-511C3EC8F94A}" presName="connSite1" presStyleCnt="0"/>
      <dgm:spPr/>
    </dgm:pt>
    <dgm:pt modelId="{A39CAFEA-C4C3-6041-BFF4-1707B511DCCB}" type="pres">
      <dgm:prSet presAssocID="{04B8909E-7589-9B4D-B186-04322369E6CE}" presName="Name9" presStyleLbl="sibTrans2D1" presStyleIdx="0" presStyleCnt="4"/>
      <dgm:spPr/>
    </dgm:pt>
    <dgm:pt modelId="{234C3094-5137-0040-B4D9-09FCD6E9FE28}" type="pres">
      <dgm:prSet presAssocID="{4F18DB84-9D1B-6246-8BA6-0C993B904B6D}" presName="composite2" presStyleCnt="0"/>
      <dgm:spPr/>
    </dgm:pt>
    <dgm:pt modelId="{56948D48-418F-B04C-9B8D-198F8B908211}" type="pres">
      <dgm:prSet presAssocID="{4F18DB84-9D1B-6246-8BA6-0C993B904B6D}" presName="dummyNode2" presStyleLbl="node1" presStyleIdx="0" presStyleCnt="5"/>
      <dgm:spPr/>
    </dgm:pt>
    <dgm:pt modelId="{B4503408-1C0F-1B4F-A792-B66667DF5FBD}" type="pres">
      <dgm:prSet presAssocID="{4F18DB84-9D1B-6246-8BA6-0C993B904B6D}" presName="childNode2" presStyleLbl="bgAcc1" presStyleIdx="1" presStyleCnt="5">
        <dgm:presLayoutVars>
          <dgm:bulletEnabled val="1"/>
        </dgm:presLayoutVars>
      </dgm:prSet>
      <dgm:spPr/>
    </dgm:pt>
    <dgm:pt modelId="{9FD4E38B-D6E4-E242-B4EF-7708517AC38C}" type="pres">
      <dgm:prSet presAssocID="{4F18DB84-9D1B-6246-8BA6-0C993B904B6D}" presName="childNode2tx" presStyleLbl="bgAcc1" presStyleIdx="1" presStyleCnt="5">
        <dgm:presLayoutVars>
          <dgm:bulletEnabled val="1"/>
        </dgm:presLayoutVars>
      </dgm:prSet>
      <dgm:spPr/>
    </dgm:pt>
    <dgm:pt modelId="{D7000E65-1A8F-3B4B-8DF8-081AC9FABB33}" type="pres">
      <dgm:prSet presAssocID="{4F18DB84-9D1B-6246-8BA6-0C993B904B6D}" presName="parentNode2" presStyleLbl="node1" presStyleIdx="1" presStyleCnt="5">
        <dgm:presLayoutVars>
          <dgm:chMax val="0"/>
          <dgm:bulletEnabled val="1"/>
        </dgm:presLayoutVars>
      </dgm:prSet>
      <dgm:spPr/>
    </dgm:pt>
    <dgm:pt modelId="{B14BC0E2-80EA-3140-9B01-D9CCFBE2C2AD}" type="pres">
      <dgm:prSet presAssocID="{4F18DB84-9D1B-6246-8BA6-0C993B904B6D}" presName="connSite2" presStyleCnt="0"/>
      <dgm:spPr/>
    </dgm:pt>
    <dgm:pt modelId="{764AF01C-28AD-B74C-A4BB-3F5171CCA2A4}" type="pres">
      <dgm:prSet presAssocID="{8EF13938-2124-C149-94D0-D40608630A60}" presName="Name18" presStyleLbl="sibTrans2D1" presStyleIdx="1" presStyleCnt="4"/>
      <dgm:spPr/>
    </dgm:pt>
    <dgm:pt modelId="{AA9F6340-1B80-7246-9BA6-3BD6F49807C9}" type="pres">
      <dgm:prSet presAssocID="{C8D242CA-D4BE-BA44-8F56-FC613A4B53F8}" presName="composite1" presStyleCnt="0"/>
      <dgm:spPr/>
    </dgm:pt>
    <dgm:pt modelId="{0ABEBC30-8665-2B4C-96F6-2E471CFEA589}" type="pres">
      <dgm:prSet presAssocID="{C8D242CA-D4BE-BA44-8F56-FC613A4B53F8}" presName="dummyNode1" presStyleLbl="node1" presStyleIdx="1" presStyleCnt="5"/>
      <dgm:spPr/>
    </dgm:pt>
    <dgm:pt modelId="{0E5A2D46-8F02-6341-AFA6-D6F99DBAE37A}" type="pres">
      <dgm:prSet presAssocID="{C8D242CA-D4BE-BA44-8F56-FC613A4B53F8}" presName="childNode1" presStyleLbl="bgAcc1" presStyleIdx="2" presStyleCnt="5">
        <dgm:presLayoutVars>
          <dgm:bulletEnabled val="1"/>
        </dgm:presLayoutVars>
      </dgm:prSet>
      <dgm:spPr/>
    </dgm:pt>
    <dgm:pt modelId="{D5E09657-F7E0-FB4C-AA48-ACC7ED4D56FE}" type="pres">
      <dgm:prSet presAssocID="{C8D242CA-D4BE-BA44-8F56-FC613A4B53F8}" presName="childNode1tx" presStyleLbl="bgAcc1" presStyleIdx="2" presStyleCnt="5">
        <dgm:presLayoutVars>
          <dgm:bulletEnabled val="1"/>
        </dgm:presLayoutVars>
      </dgm:prSet>
      <dgm:spPr/>
    </dgm:pt>
    <dgm:pt modelId="{1E24B345-3FBB-6B40-A7F9-BF2592730B9A}" type="pres">
      <dgm:prSet presAssocID="{C8D242CA-D4BE-BA44-8F56-FC613A4B53F8}" presName="parentNode1" presStyleLbl="node1" presStyleIdx="2" presStyleCnt="5">
        <dgm:presLayoutVars>
          <dgm:chMax val="1"/>
          <dgm:bulletEnabled val="1"/>
        </dgm:presLayoutVars>
      </dgm:prSet>
      <dgm:spPr/>
    </dgm:pt>
    <dgm:pt modelId="{B37C4E1A-D90D-FB41-9BD6-DE4A0AB2E638}" type="pres">
      <dgm:prSet presAssocID="{C8D242CA-D4BE-BA44-8F56-FC613A4B53F8}" presName="connSite1" presStyleCnt="0"/>
      <dgm:spPr/>
    </dgm:pt>
    <dgm:pt modelId="{C46C728E-F7DB-4D4B-8E17-D5AE8798BDA6}" type="pres">
      <dgm:prSet presAssocID="{01CB9D77-0FD8-6447-B705-BF9E931598C7}" presName="Name9" presStyleLbl="sibTrans2D1" presStyleIdx="2" presStyleCnt="4"/>
      <dgm:spPr/>
    </dgm:pt>
    <dgm:pt modelId="{0B8AF7AC-2A4E-554F-9342-DBC9C5607890}" type="pres">
      <dgm:prSet presAssocID="{2C29989D-8E33-3441-A1BF-82B64A47B977}" presName="composite2" presStyleCnt="0"/>
      <dgm:spPr/>
    </dgm:pt>
    <dgm:pt modelId="{F6EEA933-FA18-F848-8764-EABA192CFE11}" type="pres">
      <dgm:prSet presAssocID="{2C29989D-8E33-3441-A1BF-82B64A47B977}" presName="dummyNode2" presStyleLbl="node1" presStyleIdx="2" presStyleCnt="5"/>
      <dgm:spPr/>
    </dgm:pt>
    <dgm:pt modelId="{CE11ECD5-BE47-1B4F-97EB-F52EC955FE31}" type="pres">
      <dgm:prSet presAssocID="{2C29989D-8E33-3441-A1BF-82B64A47B977}" presName="childNode2" presStyleLbl="bgAcc1" presStyleIdx="3" presStyleCnt="5">
        <dgm:presLayoutVars>
          <dgm:bulletEnabled val="1"/>
        </dgm:presLayoutVars>
      </dgm:prSet>
      <dgm:spPr/>
    </dgm:pt>
    <dgm:pt modelId="{DC450751-4865-CA47-86A4-62CBD8018A15}" type="pres">
      <dgm:prSet presAssocID="{2C29989D-8E33-3441-A1BF-82B64A47B977}" presName="childNode2tx" presStyleLbl="bgAcc1" presStyleIdx="3" presStyleCnt="5">
        <dgm:presLayoutVars>
          <dgm:bulletEnabled val="1"/>
        </dgm:presLayoutVars>
      </dgm:prSet>
      <dgm:spPr/>
    </dgm:pt>
    <dgm:pt modelId="{A6FAA454-A672-F74B-B99D-BA09B1CB8981}" type="pres">
      <dgm:prSet presAssocID="{2C29989D-8E33-3441-A1BF-82B64A47B977}" presName="parentNode2" presStyleLbl="node1" presStyleIdx="3" presStyleCnt="5">
        <dgm:presLayoutVars>
          <dgm:chMax val="0"/>
          <dgm:bulletEnabled val="1"/>
        </dgm:presLayoutVars>
      </dgm:prSet>
      <dgm:spPr/>
    </dgm:pt>
    <dgm:pt modelId="{3D4DEA3B-D47A-5F48-8ABD-613D8C47CBF7}" type="pres">
      <dgm:prSet presAssocID="{2C29989D-8E33-3441-A1BF-82B64A47B977}" presName="connSite2" presStyleCnt="0"/>
      <dgm:spPr/>
    </dgm:pt>
    <dgm:pt modelId="{DD99E4CD-ECA9-EE47-9ECB-71D3D4CD1AE3}" type="pres">
      <dgm:prSet presAssocID="{60D0FCE0-4B6B-D540-9646-B626FD061DC4}" presName="Name18" presStyleLbl="sibTrans2D1" presStyleIdx="3" presStyleCnt="4"/>
      <dgm:spPr/>
    </dgm:pt>
    <dgm:pt modelId="{BE3D7510-AB80-FB48-A8F9-BB670AA40839}" type="pres">
      <dgm:prSet presAssocID="{25F0878F-9AC6-3043-B08B-0B71D7D0EC3A}" presName="composite1" presStyleCnt="0"/>
      <dgm:spPr/>
    </dgm:pt>
    <dgm:pt modelId="{A67734F1-D60A-194C-8843-A6AF895A33A2}" type="pres">
      <dgm:prSet presAssocID="{25F0878F-9AC6-3043-B08B-0B71D7D0EC3A}" presName="dummyNode1" presStyleLbl="node1" presStyleIdx="3" presStyleCnt="5"/>
      <dgm:spPr/>
    </dgm:pt>
    <dgm:pt modelId="{8213E963-BD92-9B48-9169-C204E2E738BB}" type="pres">
      <dgm:prSet presAssocID="{25F0878F-9AC6-3043-B08B-0B71D7D0EC3A}" presName="childNode1" presStyleLbl="bgAcc1" presStyleIdx="4" presStyleCnt="5">
        <dgm:presLayoutVars>
          <dgm:bulletEnabled val="1"/>
        </dgm:presLayoutVars>
      </dgm:prSet>
      <dgm:spPr/>
    </dgm:pt>
    <dgm:pt modelId="{345F663F-4FB1-4340-A243-DEEBA0DF30D4}" type="pres">
      <dgm:prSet presAssocID="{25F0878F-9AC6-3043-B08B-0B71D7D0EC3A}" presName="childNode1tx" presStyleLbl="bgAcc1" presStyleIdx="4" presStyleCnt="5">
        <dgm:presLayoutVars>
          <dgm:bulletEnabled val="1"/>
        </dgm:presLayoutVars>
      </dgm:prSet>
      <dgm:spPr/>
    </dgm:pt>
    <dgm:pt modelId="{86FCE35B-5557-A846-8733-58D7596F7B9F}" type="pres">
      <dgm:prSet presAssocID="{25F0878F-9AC6-3043-B08B-0B71D7D0EC3A}" presName="parentNode1" presStyleLbl="node1" presStyleIdx="4" presStyleCnt="5">
        <dgm:presLayoutVars>
          <dgm:chMax val="1"/>
          <dgm:bulletEnabled val="1"/>
        </dgm:presLayoutVars>
      </dgm:prSet>
      <dgm:spPr/>
    </dgm:pt>
    <dgm:pt modelId="{B54857EB-19CD-8A4B-B57A-1D4435954D5D}" type="pres">
      <dgm:prSet presAssocID="{25F0878F-9AC6-3043-B08B-0B71D7D0EC3A}" presName="connSite1" presStyleCnt="0"/>
      <dgm:spPr/>
    </dgm:pt>
  </dgm:ptLst>
  <dgm:cxnLst>
    <dgm:cxn modelId="{045D5F01-606D-784A-8DA4-0C651E397941}" type="presOf" srcId="{8EAFBCE0-7E0F-6844-A29D-B563D63CFAA4}" destId="{B41BC3D6-395A-F14E-876E-3C773DD2DFD2}" srcOrd="0" destOrd="1" presId="urn:microsoft.com/office/officeart/2005/8/layout/hProcess4"/>
    <dgm:cxn modelId="{AFCFAD11-DCBD-B648-B985-2FE2116B60DF}" type="presOf" srcId="{B33781FC-FC94-7347-9080-511C3EC8F94A}" destId="{ED9531D0-7854-AB43-B8EF-C86DA43D0F28}" srcOrd="0" destOrd="0" presId="urn:microsoft.com/office/officeart/2005/8/layout/hProcess4"/>
    <dgm:cxn modelId="{A257CF23-5072-FF42-A663-53DEB6F8E9B6}" type="presOf" srcId="{32F9EBF6-57C0-8A49-9CF4-CA6D8EC09BA5}" destId="{B41BC3D6-395A-F14E-876E-3C773DD2DFD2}" srcOrd="0" destOrd="2" presId="urn:microsoft.com/office/officeart/2005/8/layout/hProcess4"/>
    <dgm:cxn modelId="{1A255C25-8D4F-464B-8E6A-9B6374252EAE}" srcId="{B33781FC-FC94-7347-9080-511C3EC8F94A}" destId="{32F9EBF6-57C0-8A49-9CF4-CA6D8EC09BA5}" srcOrd="2" destOrd="0" parTransId="{48433DCA-6328-644E-AC15-B3DF28B4B745}" sibTransId="{547B119C-1BE0-8D4C-99CA-233B2A077768}"/>
    <dgm:cxn modelId="{C5FF6F26-2FAE-D14E-A484-FAC5DD3D478D}" srcId="{82F1BD16-F211-2D43-BA8E-392E7F281690}" destId="{C8D242CA-D4BE-BA44-8F56-FC613A4B53F8}" srcOrd="2" destOrd="0" parTransId="{2835E948-1043-1048-B4CF-756C74E6ADD1}" sibTransId="{01CB9D77-0FD8-6447-B705-BF9E931598C7}"/>
    <dgm:cxn modelId="{94915C2C-3A00-1B45-AF68-EEEA2F1CDCAC}" srcId="{82F1BD16-F211-2D43-BA8E-392E7F281690}" destId="{4F18DB84-9D1B-6246-8BA6-0C993B904B6D}" srcOrd="1" destOrd="0" parTransId="{7F827395-B1F7-974F-BDF8-0372F4CAA59B}" sibTransId="{8EF13938-2124-C149-94D0-D40608630A60}"/>
    <dgm:cxn modelId="{A52D4C2C-4B61-8F4A-94C3-BAD1199076D6}" type="presOf" srcId="{CBE3C137-FBC5-8445-8DF2-3E1221FF30C0}" destId="{345F663F-4FB1-4340-A243-DEEBA0DF30D4}" srcOrd="1" destOrd="0" presId="urn:microsoft.com/office/officeart/2005/8/layout/hProcess4"/>
    <dgm:cxn modelId="{31B0092F-BE54-BB4E-8154-C8374925D3E4}" type="presOf" srcId="{01CB9D77-0FD8-6447-B705-BF9E931598C7}" destId="{C46C728E-F7DB-4D4B-8E17-D5AE8798BDA6}" srcOrd="0" destOrd="0" presId="urn:microsoft.com/office/officeart/2005/8/layout/hProcess4"/>
    <dgm:cxn modelId="{EC33372F-3B63-8842-9460-E8087D3FCD1D}" type="presOf" srcId="{11DA865B-16CF-FE47-A899-6A0590ABDD7B}" destId="{B4503408-1C0F-1B4F-A792-B66667DF5FBD}" srcOrd="0" destOrd="1" presId="urn:microsoft.com/office/officeart/2005/8/layout/hProcess4"/>
    <dgm:cxn modelId="{CF67F733-1073-3B4C-BCCE-57925C507C1C}" type="presOf" srcId="{04B8909E-7589-9B4D-B186-04322369E6CE}" destId="{A39CAFEA-C4C3-6041-BFF4-1707B511DCCB}" srcOrd="0" destOrd="0" presId="urn:microsoft.com/office/officeart/2005/8/layout/hProcess4"/>
    <dgm:cxn modelId="{AB547235-E525-C84D-930D-2279413C3257}" type="presOf" srcId="{33998A77-711D-CB4F-9620-B53020B570CB}" destId="{816BCCEA-CD47-D043-88FF-16F2BB20352A}" srcOrd="1" destOrd="0" presId="urn:microsoft.com/office/officeart/2005/8/layout/hProcess4"/>
    <dgm:cxn modelId="{24FBE138-D091-5941-92E9-7201F2D5CEFB}" srcId="{2C29989D-8E33-3441-A1BF-82B64A47B977}" destId="{F317EA27-A2FD-ED4F-919B-B3147E586AF0}" srcOrd="0" destOrd="0" parTransId="{F8848B50-F415-4348-9648-DB2A3480B480}" sibTransId="{F92859D0-EAAE-AC48-84FD-E68D618AC4D6}"/>
    <dgm:cxn modelId="{F854D040-7921-B04A-AF00-BE26365D4504}" type="presOf" srcId="{2C29989D-8E33-3441-A1BF-82B64A47B977}" destId="{A6FAA454-A672-F74B-B99D-BA09B1CB8981}" srcOrd="0" destOrd="0" presId="urn:microsoft.com/office/officeart/2005/8/layout/hProcess4"/>
    <dgm:cxn modelId="{6CC9435B-EA3E-2347-9372-1DEB07BB08D5}" srcId="{82F1BD16-F211-2D43-BA8E-392E7F281690}" destId="{25F0878F-9AC6-3043-B08B-0B71D7D0EC3A}" srcOrd="4" destOrd="0" parTransId="{B50797AE-72B6-9947-8C8E-7AD1904E4D2B}" sibTransId="{7E9C677B-4882-F54B-837E-A1C803620EA9}"/>
    <dgm:cxn modelId="{AD9B4E5C-CDA4-5C42-AC62-DFCA47C53E5C}" type="presOf" srcId="{3DD54DBE-9F6A-584E-8758-A59638DECC25}" destId="{0E5A2D46-8F02-6341-AFA6-D6F99DBAE37A}" srcOrd="0" destOrd="1" presId="urn:microsoft.com/office/officeart/2005/8/layout/hProcess4"/>
    <dgm:cxn modelId="{D5FB6460-AE32-B048-8B28-9C6BEF9D83FB}" type="presOf" srcId="{8EAFBCE0-7E0F-6844-A29D-B563D63CFAA4}" destId="{816BCCEA-CD47-D043-88FF-16F2BB20352A}" srcOrd="1" destOrd="1" presId="urn:microsoft.com/office/officeart/2005/8/layout/hProcess4"/>
    <dgm:cxn modelId="{0F250862-830C-354D-AADB-17081EE2EC01}" type="presOf" srcId="{60D0FCE0-4B6B-D540-9646-B626FD061DC4}" destId="{DD99E4CD-ECA9-EE47-9ECB-71D3D4CD1AE3}" srcOrd="0" destOrd="0" presId="urn:microsoft.com/office/officeart/2005/8/layout/hProcess4"/>
    <dgm:cxn modelId="{DD768A65-E947-D343-833A-14A410CD6AF2}" type="presOf" srcId="{9FCD63C7-9762-064E-8DE0-2724BF88D72F}" destId="{CE11ECD5-BE47-1B4F-97EB-F52EC955FE31}" srcOrd="0" destOrd="1" presId="urn:microsoft.com/office/officeart/2005/8/layout/hProcess4"/>
    <dgm:cxn modelId="{C5047246-CE47-AF4D-ADC2-BDB24A15D721}" type="presOf" srcId="{2BB660E2-A954-574C-A717-90B0B16056DD}" destId="{9FD4E38B-D6E4-E242-B4EF-7708517AC38C}" srcOrd="1" destOrd="0" presId="urn:microsoft.com/office/officeart/2005/8/layout/hProcess4"/>
    <dgm:cxn modelId="{05468E69-99A8-3944-B7AF-193C77311D37}" type="presOf" srcId="{657615A4-78F3-0C45-AA9D-E9730A09CB43}" destId="{0E5A2D46-8F02-6341-AFA6-D6F99DBAE37A}" srcOrd="0" destOrd="0" presId="urn:microsoft.com/office/officeart/2005/8/layout/hProcess4"/>
    <dgm:cxn modelId="{43E2144A-6EA5-C64E-A322-F1571D10B6E4}" type="presOf" srcId="{2BB660E2-A954-574C-A717-90B0B16056DD}" destId="{B4503408-1C0F-1B4F-A792-B66667DF5FBD}" srcOrd="0" destOrd="0" presId="urn:microsoft.com/office/officeart/2005/8/layout/hProcess4"/>
    <dgm:cxn modelId="{F3110074-FA87-3147-9386-0E50907ECB3F}" type="presOf" srcId="{F317EA27-A2FD-ED4F-919B-B3147E586AF0}" destId="{CE11ECD5-BE47-1B4F-97EB-F52EC955FE31}" srcOrd="0" destOrd="0" presId="urn:microsoft.com/office/officeart/2005/8/layout/hProcess4"/>
    <dgm:cxn modelId="{E041B155-9DF2-0943-AC8C-C85D32431965}" type="presOf" srcId="{25F0878F-9AC6-3043-B08B-0B71D7D0EC3A}" destId="{86FCE35B-5557-A846-8733-58D7596F7B9F}" srcOrd="0" destOrd="0" presId="urn:microsoft.com/office/officeart/2005/8/layout/hProcess4"/>
    <dgm:cxn modelId="{0A78EF58-EF44-F448-B665-5B98BDDE84DB}" srcId="{B33781FC-FC94-7347-9080-511C3EC8F94A}" destId="{8EAFBCE0-7E0F-6844-A29D-B563D63CFAA4}" srcOrd="1" destOrd="0" parTransId="{017AAB56-B69C-3641-AC54-563D93DA28C8}" sibTransId="{CF18EACE-72F0-FE49-9350-B4707768C505}"/>
    <dgm:cxn modelId="{0E1C7E5A-65BB-D544-B94B-D2D6D6FC9845}" type="presOf" srcId="{CBE3C137-FBC5-8445-8DF2-3E1221FF30C0}" destId="{8213E963-BD92-9B48-9169-C204E2E738BB}" srcOrd="0" destOrd="0" presId="urn:microsoft.com/office/officeart/2005/8/layout/hProcess4"/>
    <dgm:cxn modelId="{29FC6D80-A24B-294B-A664-7BAE28C87340}" type="presOf" srcId="{33998A77-711D-CB4F-9620-B53020B570CB}" destId="{B41BC3D6-395A-F14E-876E-3C773DD2DFD2}" srcOrd="0" destOrd="0" presId="urn:microsoft.com/office/officeart/2005/8/layout/hProcess4"/>
    <dgm:cxn modelId="{CD23A18C-7434-5844-BEAB-DE8F378BF960}" srcId="{82F1BD16-F211-2D43-BA8E-392E7F281690}" destId="{2C29989D-8E33-3441-A1BF-82B64A47B977}" srcOrd="3" destOrd="0" parTransId="{4E6A1BA2-B3E9-7343-8880-638ED9285837}" sibTransId="{60D0FCE0-4B6B-D540-9646-B626FD061DC4}"/>
    <dgm:cxn modelId="{802BCB91-93DB-4E4F-A6E4-97DE0310F269}" srcId="{4F18DB84-9D1B-6246-8BA6-0C993B904B6D}" destId="{2BB660E2-A954-574C-A717-90B0B16056DD}" srcOrd="0" destOrd="0" parTransId="{CB5E4F0D-3347-A641-9C7B-C659C27328B8}" sibTransId="{E46C44C8-62B8-4043-B74F-9973168446DA}"/>
    <dgm:cxn modelId="{D2E6A995-0BC7-F449-8EE2-4FF094F1AD95}" srcId="{4F18DB84-9D1B-6246-8BA6-0C993B904B6D}" destId="{11DA865B-16CF-FE47-A899-6A0590ABDD7B}" srcOrd="1" destOrd="0" parTransId="{27154DCE-AE2B-C540-A8D7-78BA8AABB349}" sibTransId="{06C0A40E-BD0A-A44F-903C-E89DF77A419A}"/>
    <dgm:cxn modelId="{FD7A4A9D-FFF3-8648-986E-8614FCFC73C8}" type="presOf" srcId="{9FCD63C7-9762-064E-8DE0-2724BF88D72F}" destId="{DC450751-4865-CA47-86A4-62CBD8018A15}" srcOrd="1" destOrd="1" presId="urn:microsoft.com/office/officeart/2005/8/layout/hProcess4"/>
    <dgm:cxn modelId="{C7784DA1-AEA3-C441-ABAF-62B59AD7D82B}" type="presOf" srcId="{C8D242CA-D4BE-BA44-8F56-FC613A4B53F8}" destId="{1E24B345-3FBB-6B40-A7F9-BF2592730B9A}" srcOrd="0" destOrd="0" presId="urn:microsoft.com/office/officeart/2005/8/layout/hProcess4"/>
    <dgm:cxn modelId="{886CB5A1-16F9-6145-BD63-80A70C6BB8E2}" type="presOf" srcId="{8EF13938-2124-C149-94D0-D40608630A60}" destId="{764AF01C-28AD-B74C-A4BB-3F5171CCA2A4}" srcOrd="0" destOrd="0" presId="urn:microsoft.com/office/officeart/2005/8/layout/hProcess4"/>
    <dgm:cxn modelId="{1D2C70A2-4B81-D04F-B673-4D258FD28AF9}" srcId="{B33781FC-FC94-7347-9080-511C3EC8F94A}" destId="{33998A77-711D-CB4F-9620-B53020B570CB}" srcOrd="0" destOrd="0" parTransId="{55E00226-8FE0-CB42-A1F8-B507E6F3381B}" sibTransId="{D703C403-5BEC-8C41-B2C9-C42F9E5F7B19}"/>
    <dgm:cxn modelId="{CD6631A3-9F0C-2F4B-8773-01577A36B314}" type="presOf" srcId="{3DD54DBE-9F6A-584E-8758-A59638DECC25}" destId="{D5E09657-F7E0-FB4C-AA48-ACC7ED4D56FE}" srcOrd="1" destOrd="1" presId="urn:microsoft.com/office/officeart/2005/8/layout/hProcess4"/>
    <dgm:cxn modelId="{58C97ABD-96E4-414A-9176-C4346E1D3172}" type="presOf" srcId="{F317EA27-A2FD-ED4F-919B-B3147E586AF0}" destId="{DC450751-4865-CA47-86A4-62CBD8018A15}" srcOrd="1" destOrd="0" presId="urn:microsoft.com/office/officeart/2005/8/layout/hProcess4"/>
    <dgm:cxn modelId="{6AD18EBF-7A47-F245-BFAF-20A14275986A}" srcId="{C8D242CA-D4BE-BA44-8F56-FC613A4B53F8}" destId="{657615A4-78F3-0C45-AA9D-E9730A09CB43}" srcOrd="0" destOrd="0" parTransId="{6C18790C-FE85-E544-9579-CCD8400C21B5}" sibTransId="{3A69F210-1098-C543-84A5-5AFBDF4E692E}"/>
    <dgm:cxn modelId="{C9AD7EC6-F131-FF45-A11B-5ACCC2ABE279}" type="presOf" srcId="{4F18DB84-9D1B-6246-8BA6-0C993B904B6D}" destId="{D7000E65-1A8F-3B4B-8DF8-081AC9FABB33}" srcOrd="0" destOrd="0" presId="urn:microsoft.com/office/officeart/2005/8/layout/hProcess4"/>
    <dgm:cxn modelId="{1AC055C7-26E0-C94B-A7DB-D696A9C741A9}" srcId="{2C29989D-8E33-3441-A1BF-82B64A47B977}" destId="{9FCD63C7-9762-064E-8DE0-2724BF88D72F}" srcOrd="1" destOrd="0" parTransId="{CB8376C4-9B5D-7043-A40C-806CB4596F06}" sibTransId="{BC588DA2-B00F-A14E-8E1C-1BAA6136DAC1}"/>
    <dgm:cxn modelId="{4BC587D2-CA0A-1445-8691-BE0B0B6F8C43}" type="presOf" srcId="{32F9EBF6-57C0-8A49-9CF4-CA6D8EC09BA5}" destId="{816BCCEA-CD47-D043-88FF-16F2BB20352A}" srcOrd="1" destOrd="2" presId="urn:microsoft.com/office/officeart/2005/8/layout/hProcess4"/>
    <dgm:cxn modelId="{370FF9E3-4505-A747-8CF4-982EA2BBFC18}" type="presOf" srcId="{82F1BD16-F211-2D43-BA8E-392E7F281690}" destId="{9A589524-69D3-1045-B895-EE5711C729E0}" srcOrd="0" destOrd="0" presId="urn:microsoft.com/office/officeart/2005/8/layout/hProcess4"/>
    <dgm:cxn modelId="{B671CBE6-97CA-A241-BA41-9833000CDBE9}" type="presOf" srcId="{11DA865B-16CF-FE47-A899-6A0590ABDD7B}" destId="{9FD4E38B-D6E4-E242-B4EF-7708517AC38C}" srcOrd="1" destOrd="1" presId="urn:microsoft.com/office/officeart/2005/8/layout/hProcess4"/>
    <dgm:cxn modelId="{45DD25E8-0D96-5149-849B-2A6844E7A4EE}" srcId="{C8D242CA-D4BE-BA44-8F56-FC613A4B53F8}" destId="{3DD54DBE-9F6A-584E-8758-A59638DECC25}" srcOrd="1" destOrd="0" parTransId="{14E1F158-B29D-4F42-986B-7B9610192EBA}" sibTransId="{8423D050-C1CF-874A-B19B-17096AAE10E1}"/>
    <dgm:cxn modelId="{6AF6F0E9-71CD-C246-8527-45CDC5209989}" srcId="{82F1BD16-F211-2D43-BA8E-392E7F281690}" destId="{B33781FC-FC94-7347-9080-511C3EC8F94A}" srcOrd="0" destOrd="0" parTransId="{5C31F509-0848-5D4E-98C6-CB967FB936E0}" sibTransId="{04B8909E-7589-9B4D-B186-04322369E6CE}"/>
    <dgm:cxn modelId="{3E97B5F3-A432-0841-95AB-542200B7A559}" srcId="{25F0878F-9AC6-3043-B08B-0B71D7D0EC3A}" destId="{CBE3C137-FBC5-8445-8DF2-3E1221FF30C0}" srcOrd="0" destOrd="0" parTransId="{086C196A-77B6-2D4F-B72F-9C20FCAA3E8A}" sibTransId="{BFFA24AD-0BF0-5D49-9DF3-A9F253350485}"/>
    <dgm:cxn modelId="{4D7D1DFE-89D2-784C-8F70-7B9AAD669684}" type="presOf" srcId="{657615A4-78F3-0C45-AA9D-E9730A09CB43}" destId="{D5E09657-F7E0-FB4C-AA48-ACC7ED4D56FE}" srcOrd="1" destOrd="0" presId="urn:microsoft.com/office/officeart/2005/8/layout/hProcess4"/>
    <dgm:cxn modelId="{79CB53CA-0791-AD4D-93BC-4BE784084CDC}" type="presParOf" srcId="{9A589524-69D3-1045-B895-EE5711C729E0}" destId="{52A96321-FEA9-8F41-9C8D-F92FEB1C11E0}" srcOrd="0" destOrd="0" presId="urn:microsoft.com/office/officeart/2005/8/layout/hProcess4"/>
    <dgm:cxn modelId="{E97450D9-4617-AD47-92A9-35B32DEF7319}" type="presParOf" srcId="{9A589524-69D3-1045-B895-EE5711C729E0}" destId="{5BC7EB78-ED4B-1843-9055-6F54F64326AC}" srcOrd="1" destOrd="0" presId="urn:microsoft.com/office/officeart/2005/8/layout/hProcess4"/>
    <dgm:cxn modelId="{D8F09561-92CF-A74A-AE0C-A2B759B9F7E4}" type="presParOf" srcId="{9A589524-69D3-1045-B895-EE5711C729E0}" destId="{A77643D6-85BC-3447-BBCC-49782043FBF0}" srcOrd="2" destOrd="0" presId="urn:microsoft.com/office/officeart/2005/8/layout/hProcess4"/>
    <dgm:cxn modelId="{34E29D58-EA77-124C-A10F-B4718C52C083}" type="presParOf" srcId="{A77643D6-85BC-3447-BBCC-49782043FBF0}" destId="{CD7127A9-885A-D94D-8139-E3D57F8B15D2}" srcOrd="0" destOrd="0" presId="urn:microsoft.com/office/officeart/2005/8/layout/hProcess4"/>
    <dgm:cxn modelId="{B6C07FAC-5131-3B40-BCD8-19CEBB5ECBA0}" type="presParOf" srcId="{CD7127A9-885A-D94D-8139-E3D57F8B15D2}" destId="{F5741CBB-87D9-BC46-9CDB-0BC0EE144F8B}" srcOrd="0" destOrd="0" presId="urn:microsoft.com/office/officeart/2005/8/layout/hProcess4"/>
    <dgm:cxn modelId="{AAF6C4D8-21E9-2347-B1A9-6EE0E715688E}" type="presParOf" srcId="{CD7127A9-885A-D94D-8139-E3D57F8B15D2}" destId="{B41BC3D6-395A-F14E-876E-3C773DD2DFD2}" srcOrd="1" destOrd="0" presId="urn:microsoft.com/office/officeart/2005/8/layout/hProcess4"/>
    <dgm:cxn modelId="{55EEB56A-CA58-C845-AA96-F1E121B6F382}" type="presParOf" srcId="{CD7127A9-885A-D94D-8139-E3D57F8B15D2}" destId="{816BCCEA-CD47-D043-88FF-16F2BB20352A}" srcOrd="2" destOrd="0" presId="urn:microsoft.com/office/officeart/2005/8/layout/hProcess4"/>
    <dgm:cxn modelId="{DB368CA3-1C98-2246-9A04-57270670BE01}" type="presParOf" srcId="{CD7127A9-885A-D94D-8139-E3D57F8B15D2}" destId="{ED9531D0-7854-AB43-B8EF-C86DA43D0F28}" srcOrd="3" destOrd="0" presId="urn:microsoft.com/office/officeart/2005/8/layout/hProcess4"/>
    <dgm:cxn modelId="{8AEA7EB6-C668-7744-8211-76CDE88A2EBD}" type="presParOf" srcId="{CD7127A9-885A-D94D-8139-E3D57F8B15D2}" destId="{400D1668-210A-5545-AF15-37F5832E1651}" srcOrd="4" destOrd="0" presId="urn:microsoft.com/office/officeart/2005/8/layout/hProcess4"/>
    <dgm:cxn modelId="{9C5F410C-E2CF-8F4C-8A34-5A2400F38684}" type="presParOf" srcId="{A77643D6-85BC-3447-BBCC-49782043FBF0}" destId="{A39CAFEA-C4C3-6041-BFF4-1707B511DCCB}" srcOrd="1" destOrd="0" presId="urn:microsoft.com/office/officeart/2005/8/layout/hProcess4"/>
    <dgm:cxn modelId="{FF192CFF-6D8E-CF4F-9193-BDC72420FCE9}" type="presParOf" srcId="{A77643D6-85BC-3447-BBCC-49782043FBF0}" destId="{234C3094-5137-0040-B4D9-09FCD6E9FE28}" srcOrd="2" destOrd="0" presId="urn:microsoft.com/office/officeart/2005/8/layout/hProcess4"/>
    <dgm:cxn modelId="{2CCF3CDA-9BE1-744A-AEF9-52DE4930B74C}" type="presParOf" srcId="{234C3094-5137-0040-B4D9-09FCD6E9FE28}" destId="{56948D48-418F-B04C-9B8D-198F8B908211}" srcOrd="0" destOrd="0" presId="urn:microsoft.com/office/officeart/2005/8/layout/hProcess4"/>
    <dgm:cxn modelId="{83FED2E7-A69B-884C-8D3B-7DD0BCEDFAAA}" type="presParOf" srcId="{234C3094-5137-0040-B4D9-09FCD6E9FE28}" destId="{B4503408-1C0F-1B4F-A792-B66667DF5FBD}" srcOrd="1" destOrd="0" presId="urn:microsoft.com/office/officeart/2005/8/layout/hProcess4"/>
    <dgm:cxn modelId="{68BCCA32-8D76-2B48-965A-291CE66A5556}" type="presParOf" srcId="{234C3094-5137-0040-B4D9-09FCD6E9FE28}" destId="{9FD4E38B-D6E4-E242-B4EF-7708517AC38C}" srcOrd="2" destOrd="0" presId="urn:microsoft.com/office/officeart/2005/8/layout/hProcess4"/>
    <dgm:cxn modelId="{FC006498-B39F-DE4C-8D47-89C6AD1AB449}" type="presParOf" srcId="{234C3094-5137-0040-B4D9-09FCD6E9FE28}" destId="{D7000E65-1A8F-3B4B-8DF8-081AC9FABB33}" srcOrd="3" destOrd="0" presId="urn:microsoft.com/office/officeart/2005/8/layout/hProcess4"/>
    <dgm:cxn modelId="{C5BC1BE8-A192-7B45-A7A1-1D78EA52B9DF}" type="presParOf" srcId="{234C3094-5137-0040-B4D9-09FCD6E9FE28}" destId="{B14BC0E2-80EA-3140-9B01-D9CCFBE2C2AD}" srcOrd="4" destOrd="0" presId="urn:microsoft.com/office/officeart/2005/8/layout/hProcess4"/>
    <dgm:cxn modelId="{1DD49B4F-D82F-D246-A1EC-D0DD80AD825D}" type="presParOf" srcId="{A77643D6-85BC-3447-BBCC-49782043FBF0}" destId="{764AF01C-28AD-B74C-A4BB-3F5171CCA2A4}" srcOrd="3" destOrd="0" presId="urn:microsoft.com/office/officeart/2005/8/layout/hProcess4"/>
    <dgm:cxn modelId="{FFEF879A-561B-894A-933D-3FC701B8DD67}" type="presParOf" srcId="{A77643D6-85BC-3447-BBCC-49782043FBF0}" destId="{AA9F6340-1B80-7246-9BA6-3BD6F49807C9}" srcOrd="4" destOrd="0" presId="urn:microsoft.com/office/officeart/2005/8/layout/hProcess4"/>
    <dgm:cxn modelId="{3744D6B6-C118-404E-BA3C-3C45375F7A5E}" type="presParOf" srcId="{AA9F6340-1B80-7246-9BA6-3BD6F49807C9}" destId="{0ABEBC30-8665-2B4C-96F6-2E471CFEA589}" srcOrd="0" destOrd="0" presId="urn:microsoft.com/office/officeart/2005/8/layout/hProcess4"/>
    <dgm:cxn modelId="{C432006F-CD05-2E49-B5F7-DF16FB56E3F4}" type="presParOf" srcId="{AA9F6340-1B80-7246-9BA6-3BD6F49807C9}" destId="{0E5A2D46-8F02-6341-AFA6-D6F99DBAE37A}" srcOrd="1" destOrd="0" presId="urn:microsoft.com/office/officeart/2005/8/layout/hProcess4"/>
    <dgm:cxn modelId="{37BCA5A4-5353-AE41-B0D9-389BF132AF07}" type="presParOf" srcId="{AA9F6340-1B80-7246-9BA6-3BD6F49807C9}" destId="{D5E09657-F7E0-FB4C-AA48-ACC7ED4D56FE}" srcOrd="2" destOrd="0" presId="urn:microsoft.com/office/officeart/2005/8/layout/hProcess4"/>
    <dgm:cxn modelId="{F84505BA-2B08-1D47-881E-87E0D8BB07AA}" type="presParOf" srcId="{AA9F6340-1B80-7246-9BA6-3BD6F49807C9}" destId="{1E24B345-3FBB-6B40-A7F9-BF2592730B9A}" srcOrd="3" destOrd="0" presId="urn:microsoft.com/office/officeart/2005/8/layout/hProcess4"/>
    <dgm:cxn modelId="{75B4A3CA-4294-BB46-89C2-2BD8E4350ABC}" type="presParOf" srcId="{AA9F6340-1B80-7246-9BA6-3BD6F49807C9}" destId="{B37C4E1A-D90D-FB41-9BD6-DE4A0AB2E638}" srcOrd="4" destOrd="0" presId="urn:microsoft.com/office/officeart/2005/8/layout/hProcess4"/>
    <dgm:cxn modelId="{BEAD0550-97AB-4645-96AD-D468842D3B79}" type="presParOf" srcId="{A77643D6-85BC-3447-BBCC-49782043FBF0}" destId="{C46C728E-F7DB-4D4B-8E17-D5AE8798BDA6}" srcOrd="5" destOrd="0" presId="urn:microsoft.com/office/officeart/2005/8/layout/hProcess4"/>
    <dgm:cxn modelId="{6220A00D-EF59-9D4B-BE9B-3BF62432534D}" type="presParOf" srcId="{A77643D6-85BC-3447-BBCC-49782043FBF0}" destId="{0B8AF7AC-2A4E-554F-9342-DBC9C5607890}" srcOrd="6" destOrd="0" presId="urn:microsoft.com/office/officeart/2005/8/layout/hProcess4"/>
    <dgm:cxn modelId="{7E6E6DF4-53CA-3742-ADFD-6A7E901A9E95}" type="presParOf" srcId="{0B8AF7AC-2A4E-554F-9342-DBC9C5607890}" destId="{F6EEA933-FA18-F848-8764-EABA192CFE11}" srcOrd="0" destOrd="0" presId="urn:microsoft.com/office/officeart/2005/8/layout/hProcess4"/>
    <dgm:cxn modelId="{CDDF1A6F-33F1-6C45-8D09-BEFB25597A00}" type="presParOf" srcId="{0B8AF7AC-2A4E-554F-9342-DBC9C5607890}" destId="{CE11ECD5-BE47-1B4F-97EB-F52EC955FE31}" srcOrd="1" destOrd="0" presId="urn:microsoft.com/office/officeart/2005/8/layout/hProcess4"/>
    <dgm:cxn modelId="{AFE2C599-1B37-F14B-8ED3-32602A91B28A}" type="presParOf" srcId="{0B8AF7AC-2A4E-554F-9342-DBC9C5607890}" destId="{DC450751-4865-CA47-86A4-62CBD8018A15}" srcOrd="2" destOrd="0" presId="urn:microsoft.com/office/officeart/2005/8/layout/hProcess4"/>
    <dgm:cxn modelId="{2E8A6E38-063F-1142-AB6F-96AA960BD4B5}" type="presParOf" srcId="{0B8AF7AC-2A4E-554F-9342-DBC9C5607890}" destId="{A6FAA454-A672-F74B-B99D-BA09B1CB8981}" srcOrd="3" destOrd="0" presId="urn:microsoft.com/office/officeart/2005/8/layout/hProcess4"/>
    <dgm:cxn modelId="{E8E16631-EB8E-2D4A-A728-71260AF63387}" type="presParOf" srcId="{0B8AF7AC-2A4E-554F-9342-DBC9C5607890}" destId="{3D4DEA3B-D47A-5F48-8ABD-613D8C47CBF7}" srcOrd="4" destOrd="0" presId="urn:microsoft.com/office/officeart/2005/8/layout/hProcess4"/>
    <dgm:cxn modelId="{A3CEE95E-6E48-AE43-9D62-5C0500D56EE5}" type="presParOf" srcId="{A77643D6-85BC-3447-BBCC-49782043FBF0}" destId="{DD99E4CD-ECA9-EE47-9ECB-71D3D4CD1AE3}" srcOrd="7" destOrd="0" presId="urn:microsoft.com/office/officeart/2005/8/layout/hProcess4"/>
    <dgm:cxn modelId="{C95FB535-C3A6-F545-B6B5-CD24073FB738}" type="presParOf" srcId="{A77643D6-85BC-3447-BBCC-49782043FBF0}" destId="{BE3D7510-AB80-FB48-A8F9-BB670AA40839}" srcOrd="8" destOrd="0" presId="urn:microsoft.com/office/officeart/2005/8/layout/hProcess4"/>
    <dgm:cxn modelId="{1B85187E-B332-5E40-B0C0-3BEF7D88E62A}" type="presParOf" srcId="{BE3D7510-AB80-FB48-A8F9-BB670AA40839}" destId="{A67734F1-D60A-194C-8843-A6AF895A33A2}" srcOrd="0" destOrd="0" presId="urn:microsoft.com/office/officeart/2005/8/layout/hProcess4"/>
    <dgm:cxn modelId="{D7D57872-446E-FA46-B23A-D7F443731FA4}" type="presParOf" srcId="{BE3D7510-AB80-FB48-A8F9-BB670AA40839}" destId="{8213E963-BD92-9B48-9169-C204E2E738BB}" srcOrd="1" destOrd="0" presId="urn:microsoft.com/office/officeart/2005/8/layout/hProcess4"/>
    <dgm:cxn modelId="{E772C4A1-D273-7946-9353-79E2D7697266}" type="presParOf" srcId="{BE3D7510-AB80-FB48-A8F9-BB670AA40839}" destId="{345F663F-4FB1-4340-A243-DEEBA0DF30D4}" srcOrd="2" destOrd="0" presId="urn:microsoft.com/office/officeart/2005/8/layout/hProcess4"/>
    <dgm:cxn modelId="{3591DBBC-79E5-E640-A323-99B9E338555D}" type="presParOf" srcId="{BE3D7510-AB80-FB48-A8F9-BB670AA40839}" destId="{86FCE35B-5557-A846-8733-58D7596F7B9F}" srcOrd="3" destOrd="0" presId="urn:microsoft.com/office/officeart/2005/8/layout/hProcess4"/>
    <dgm:cxn modelId="{CAE9C0EA-9538-5F41-9ECD-E8EA6DFCE4CE}" type="presParOf" srcId="{BE3D7510-AB80-FB48-A8F9-BB670AA40839}" destId="{B54857EB-19CD-8A4B-B57A-1D4435954D5D}"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92E584-FEF7-467B-822F-6690A843830E}">
      <dsp:nvSpPr>
        <dsp:cNvPr id="0" name=""/>
        <dsp:cNvSpPr/>
      </dsp:nvSpPr>
      <dsp:spPr>
        <a:xfrm>
          <a:off x="819" y="594420"/>
          <a:ext cx="3524854" cy="4229825"/>
        </a:xfrm>
        <a:prstGeom prst="roundRect">
          <a:avLst>
            <a:gd name="adj" fmla="val 5000"/>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s-MX" sz="1800" b="0" i="0" kern="1200" dirty="0">
              <a:latin typeface="Galvji" panose="020B0504020202020204" pitchFamily="34" charset="77"/>
            </a:rPr>
            <a:t>Fuente y Características: </a:t>
          </a:r>
          <a:endParaRPr lang="es-CL" sz="1800" b="0" i="0" kern="1200" dirty="0">
            <a:latin typeface="Galvji" panose="020B0504020202020204" pitchFamily="34" charset="77"/>
          </a:endParaRPr>
        </a:p>
      </dsp:txBody>
      <dsp:txXfrm rot="16200000">
        <a:off x="-1380923" y="1976163"/>
        <a:ext cx="3468456" cy="704970"/>
      </dsp:txXfrm>
    </dsp:sp>
    <dsp:sp modelId="{75EFF17E-1612-46A0-95DB-C981BB9796ED}">
      <dsp:nvSpPr>
        <dsp:cNvPr id="0" name=""/>
        <dsp:cNvSpPr/>
      </dsp:nvSpPr>
      <dsp:spPr>
        <a:xfrm>
          <a:off x="705789" y="594420"/>
          <a:ext cx="2626016" cy="4229825"/>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0" bIns="0" numCol="1" spcCol="1270" anchor="t" anchorCtr="0">
          <a:noAutofit/>
        </a:bodyPr>
        <a:lstStyle/>
        <a:p>
          <a:pPr marL="0" lvl="0" indent="0" algn="l" defTabSz="711200">
            <a:lnSpc>
              <a:spcPct val="90000"/>
            </a:lnSpc>
            <a:spcBef>
              <a:spcPct val="0"/>
            </a:spcBef>
            <a:spcAft>
              <a:spcPct val="35000"/>
            </a:spcAft>
            <a:buNone/>
          </a:pPr>
          <a:r>
            <a:rPr lang="es-419" sz="1600" b="0" i="0" kern="1200" dirty="0">
              <a:latin typeface="Galvji" panose="020B0504020202020204" pitchFamily="34" charset="77"/>
            </a:rPr>
            <a:t>Fuente de Datos: </a:t>
          </a:r>
          <a:r>
            <a:rPr lang="es-419" sz="1600" b="0" i="0" kern="1200" dirty="0" err="1">
              <a:latin typeface="Galvji" panose="020B0504020202020204" pitchFamily="34" charset="77"/>
            </a:rPr>
            <a:t>Kaggle</a:t>
          </a:r>
          <a:r>
            <a:rPr lang="es-419" sz="1600" b="0" i="0" kern="1200" dirty="0">
              <a:latin typeface="Galvji" panose="020B0504020202020204" pitchFamily="34" charset="77"/>
            </a:rPr>
            <a:t> (comunidad de ciencia de datos)</a:t>
          </a:r>
          <a:endParaRPr lang="es-CL" sz="1600" b="0" i="0" kern="1200" dirty="0">
            <a:latin typeface="Galvji" panose="020B0504020202020204" pitchFamily="34" charset="77"/>
          </a:endParaRPr>
        </a:p>
        <a:p>
          <a:pPr marL="0" lvl="0" indent="0" algn="l" defTabSz="711200">
            <a:lnSpc>
              <a:spcPct val="90000"/>
            </a:lnSpc>
            <a:spcBef>
              <a:spcPct val="0"/>
            </a:spcBef>
            <a:spcAft>
              <a:spcPct val="35000"/>
            </a:spcAft>
            <a:buNone/>
          </a:pPr>
          <a:r>
            <a:rPr lang="es-CL" sz="1600" b="0" i="0" kern="1200" dirty="0">
              <a:latin typeface="Galvji" panose="020B0504020202020204" pitchFamily="34" charset="77"/>
            </a:rPr>
            <a:t>Características de la Data:</a:t>
          </a:r>
        </a:p>
        <a:p>
          <a:pPr marL="0" lvl="0" indent="0" algn="l" defTabSz="711200">
            <a:lnSpc>
              <a:spcPct val="90000"/>
            </a:lnSpc>
            <a:spcBef>
              <a:spcPct val="0"/>
            </a:spcBef>
            <a:spcAft>
              <a:spcPct val="35000"/>
            </a:spcAft>
            <a:buFont typeface="Arial" panose="020B0604020202020204" pitchFamily="34" charset="0"/>
            <a:buNone/>
          </a:pPr>
          <a:r>
            <a:rPr lang="es-CL" sz="1600" b="0" i="0" kern="1200" dirty="0">
              <a:latin typeface="Galvji" panose="020B0504020202020204" pitchFamily="34" charset="77"/>
            </a:rPr>
            <a:t>- 14 atributos</a:t>
          </a:r>
        </a:p>
        <a:p>
          <a:pPr marL="0" lvl="0" indent="0" algn="l" defTabSz="711200">
            <a:lnSpc>
              <a:spcPct val="90000"/>
            </a:lnSpc>
            <a:spcBef>
              <a:spcPct val="0"/>
            </a:spcBef>
            <a:spcAft>
              <a:spcPct val="35000"/>
            </a:spcAft>
            <a:buFont typeface="Arial" panose="020B0604020202020204" pitchFamily="34" charset="0"/>
            <a:buNone/>
          </a:pPr>
          <a:r>
            <a:rPr lang="es-CL" sz="1600" b="0" i="0" kern="1200" dirty="0">
              <a:latin typeface="Galvji" panose="020B0504020202020204" pitchFamily="34" charset="77"/>
            </a:rPr>
            <a:t>- 509 instancias</a:t>
          </a:r>
        </a:p>
        <a:p>
          <a:pPr marL="0" lvl="0" indent="0" algn="l" defTabSz="711200">
            <a:lnSpc>
              <a:spcPct val="90000"/>
            </a:lnSpc>
            <a:spcBef>
              <a:spcPct val="0"/>
            </a:spcBef>
            <a:spcAft>
              <a:spcPct val="35000"/>
            </a:spcAft>
            <a:buFont typeface="Arial" panose="020B0604020202020204" pitchFamily="34" charset="0"/>
            <a:buNone/>
          </a:pPr>
          <a:r>
            <a:rPr lang="es-419" sz="1600" b="0" i="0" kern="1200" dirty="0">
              <a:latin typeface="Galvji" panose="020B0504020202020204" pitchFamily="34" charset="77"/>
            </a:rPr>
            <a:t>- Información sobre valores de viviendas en suburbios de Boston.</a:t>
          </a:r>
        </a:p>
      </dsp:txBody>
      <dsp:txXfrm>
        <a:off x="705789" y="594420"/>
        <a:ext cx="2626016" cy="4229825"/>
      </dsp:txXfrm>
    </dsp:sp>
    <dsp:sp modelId="{5FDDE308-DDF3-494B-A3A0-4EFA6E0A4159}">
      <dsp:nvSpPr>
        <dsp:cNvPr id="0" name=""/>
        <dsp:cNvSpPr/>
      </dsp:nvSpPr>
      <dsp:spPr>
        <a:xfrm>
          <a:off x="3649043" y="594420"/>
          <a:ext cx="3524854" cy="4229825"/>
        </a:xfrm>
        <a:prstGeom prst="roundRect">
          <a:avLst>
            <a:gd name="adj" fmla="val 5000"/>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s-MX" sz="1800" b="0" i="0" kern="1200" dirty="0">
              <a:latin typeface="Galvji" panose="020B0504020202020204" pitchFamily="34" charset="77"/>
            </a:rPr>
            <a:t>Herramientas Utilizadas:</a:t>
          </a:r>
          <a:endParaRPr lang="es-CL" sz="1800" b="0" i="0" kern="1200" dirty="0">
            <a:latin typeface="Galvji" panose="020B0504020202020204" pitchFamily="34" charset="77"/>
          </a:endParaRPr>
        </a:p>
      </dsp:txBody>
      <dsp:txXfrm rot="16200000">
        <a:off x="2267300" y="1976163"/>
        <a:ext cx="3468456" cy="704970"/>
      </dsp:txXfrm>
    </dsp:sp>
    <dsp:sp modelId="{46F0721A-5289-48E4-8EC5-9F3899A5EE11}">
      <dsp:nvSpPr>
        <dsp:cNvPr id="0" name=""/>
        <dsp:cNvSpPr/>
      </dsp:nvSpPr>
      <dsp:spPr>
        <a:xfrm rot="5400000">
          <a:off x="3355861" y="3956127"/>
          <a:ext cx="621612" cy="528728"/>
        </a:xfrm>
        <a:prstGeom prst="flowChartExtract">
          <a:avLst/>
        </a:prstGeom>
        <a:solidFill>
          <a:schemeClr val="lt2">
            <a:hueOff val="0"/>
            <a:satOff val="0"/>
            <a:lumOff val="0"/>
            <a:alphaOff val="0"/>
          </a:schemeClr>
        </a:solidFill>
        <a:ln w="2222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F3CE0D5-BA40-414E-8112-74054A4DC861}">
      <dsp:nvSpPr>
        <dsp:cNvPr id="0" name=""/>
        <dsp:cNvSpPr/>
      </dsp:nvSpPr>
      <dsp:spPr>
        <a:xfrm>
          <a:off x="4354014" y="594420"/>
          <a:ext cx="2626016" cy="4229825"/>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0" bIns="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s-CL" sz="1600" b="0" i="0" kern="1200" dirty="0">
              <a:latin typeface="Galvji" panose="020B0504020202020204" pitchFamily="34" charset="77"/>
            </a:rPr>
            <a:t>- Python</a:t>
          </a:r>
        </a:p>
        <a:p>
          <a:pPr marL="0" lvl="0" indent="0" algn="l" defTabSz="711200">
            <a:lnSpc>
              <a:spcPct val="90000"/>
            </a:lnSpc>
            <a:spcBef>
              <a:spcPct val="0"/>
            </a:spcBef>
            <a:spcAft>
              <a:spcPct val="35000"/>
            </a:spcAft>
            <a:buFont typeface="Arial" panose="020B0604020202020204" pitchFamily="34" charset="0"/>
            <a:buNone/>
          </a:pPr>
          <a:r>
            <a:rPr lang="sv-SE" sz="1600" b="0" i="0" kern="1200" dirty="0">
              <a:latin typeface="Galvji" panose="020B0504020202020204" pitchFamily="34" charset="77"/>
            </a:rPr>
            <a:t>- Bibliotecas: NumPy, Pandas, Seaborn, Matplotlib, Statsmodels</a:t>
          </a:r>
        </a:p>
        <a:p>
          <a:pPr marL="0" lvl="0" indent="0" algn="l" defTabSz="711200">
            <a:lnSpc>
              <a:spcPct val="90000"/>
            </a:lnSpc>
            <a:spcBef>
              <a:spcPct val="0"/>
            </a:spcBef>
            <a:spcAft>
              <a:spcPct val="35000"/>
            </a:spcAft>
            <a:buFont typeface="Arial" panose="020B0604020202020204" pitchFamily="34" charset="0"/>
            <a:buNone/>
          </a:pPr>
          <a:r>
            <a:rPr lang="es-419" sz="1600" b="0" i="0" kern="1200" dirty="0">
              <a:latin typeface="Galvji" panose="020B0504020202020204" pitchFamily="34" charset="77"/>
            </a:rPr>
            <a:t>- Entorno: </a:t>
          </a:r>
          <a:r>
            <a:rPr lang="es-419" sz="1600" b="0" i="0" kern="1200" dirty="0" err="1">
              <a:latin typeface="Galvji" panose="020B0504020202020204" pitchFamily="34" charset="77"/>
            </a:rPr>
            <a:t>Jupyter</a:t>
          </a:r>
          <a:r>
            <a:rPr lang="es-419" sz="1600" b="0" i="0" kern="1200" dirty="0">
              <a:latin typeface="Galvji" panose="020B0504020202020204" pitchFamily="34" charset="77"/>
            </a:rPr>
            <a:t> Notebook (para organización y eficiencia).</a:t>
          </a:r>
        </a:p>
      </dsp:txBody>
      <dsp:txXfrm>
        <a:off x="4354014" y="594420"/>
        <a:ext cx="2626016" cy="4229825"/>
      </dsp:txXfrm>
    </dsp:sp>
    <dsp:sp modelId="{C5F67B0F-5BF2-4B8F-BD7F-3934B650D76B}">
      <dsp:nvSpPr>
        <dsp:cNvPr id="0" name=""/>
        <dsp:cNvSpPr/>
      </dsp:nvSpPr>
      <dsp:spPr>
        <a:xfrm>
          <a:off x="7297267" y="594420"/>
          <a:ext cx="3524854" cy="4229825"/>
        </a:xfrm>
        <a:prstGeom prst="roundRect">
          <a:avLst>
            <a:gd name="adj" fmla="val 5000"/>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s-MX" sz="1800" b="0" i="0" kern="1200" dirty="0">
              <a:latin typeface="Galvji" panose="020B0504020202020204" pitchFamily="34" charset="77"/>
            </a:rPr>
            <a:t>Metodología:</a:t>
          </a:r>
          <a:endParaRPr lang="es-CL" sz="1800" b="0" i="0" kern="1200" dirty="0">
            <a:latin typeface="Galvji" panose="020B0504020202020204" pitchFamily="34" charset="77"/>
          </a:endParaRPr>
        </a:p>
      </dsp:txBody>
      <dsp:txXfrm rot="16200000">
        <a:off x="5915524" y="1976163"/>
        <a:ext cx="3468456" cy="704970"/>
      </dsp:txXfrm>
    </dsp:sp>
    <dsp:sp modelId="{F131723C-A978-48BC-B2AE-25607766632D}">
      <dsp:nvSpPr>
        <dsp:cNvPr id="0" name=""/>
        <dsp:cNvSpPr/>
      </dsp:nvSpPr>
      <dsp:spPr>
        <a:xfrm rot="5400000">
          <a:off x="7004085" y="3956127"/>
          <a:ext cx="621612" cy="528728"/>
        </a:xfrm>
        <a:prstGeom prst="flowChartExtract">
          <a:avLst/>
        </a:prstGeom>
        <a:solidFill>
          <a:schemeClr val="lt2">
            <a:hueOff val="0"/>
            <a:satOff val="0"/>
            <a:lumOff val="0"/>
            <a:alphaOff val="0"/>
          </a:schemeClr>
        </a:solidFill>
        <a:ln w="2222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E9AC8A-AB03-4E04-AAA9-0271190772D2}">
      <dsp:nvSpPr>
        <dsp:cNvPr id="0" name=""/>
        <dsp:cNvSpPr/>
      </dsp:nvSpPr>
      <dsp:spPr>
        <a:xfrm>
          <a:off x="8002238" y="594420"/>
          <a:ext cx="2626016" cy="4229825"/>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0" bIns="0" numCol="1" spcCol="1270" anchor="t" anchorCtr="0">
          <a:noAutofit/>
        </a:bodyPr>
        <a:lstStyle/>
        <a:p>
          <a:pPr marL="0" lvl="0" indent="0" algn="l" defTabSz="711200">
            <a:lnSpc>
              <a:spcPct val="90000"/>
            </a:lnSpc>
            <a:spcBef>
              <a:spcPct val="0"/>
            </a:spcBef>
            <a:spcAft>
              <a:spcPct val="35000"/>
            </a:spcAft>
            <a:buNone/>
          </a:pPr>
          <a:r>
            <a:rPr lang="es-CL" sz="1600" b="0" i="0" kern="1200" dirty="0">
              <a:latin typeface="Galvji" panose="020B0504020202020204" pitchFamily="34" charset="77"/>
            </a:rPr>
            <a:t>- Análisis exploratorio de datos</a:t>
          </a:r>
        </a:p>
        <a:p>
          <a:pPr marL="0" lvl="0" indent="0" algn="l" defTabSz="711200">
            <a:lnSpc>
              <a:spcPct val="90000"/>
            </a:lnSpc>
            <a:spcBef>
              <a:spcPct val="0"/>
            </a:spcBef>
            <a:spcAft>
              <a:spcPct val="35000"/>
            </a:spcAft>
            <a:buFont typeface="Arial" panose="020B0604020202020204" pitchFamily="34" charset="0"/>
            <a:buNone/>
          </a:pPr>
          <a:r>
            <a:rPr lang="es-CL" sz="1600" b="0" i="0" kern="1200" dirty="0">
              <a:latin typeface="Galvji" panose="020B0504020202020204" pitchFamily="34" charset="77"/>
            </a:rPr>
            <a:t>- Análisis de correlación</a:t>
          </a:r>
        </a:p>
        <a:p>
          <a:pPr marL="0" lvl="0" indent="0" algn="l" defTabSz="711200">
            <a:lnSpc>
              <a:spcPct val="90000"/>
            </a:lnSpc>
            <a:spcBef>
              <a:spcPct val="0"/>
            </a:spcBef>
            <a:spcAft>
              <a:spcPct val="35000"/>
            </a:spcAft>
            <a:buFont typeface="Arial" panose="020B0604020202020204" pitchFamily="34" charset="0"/>
            <a:buNone/>
          </a:pPr>
          <a:r>
            <a:rPr lang="es-CL" sz="1600" b="0" i="0" kern="1200" dirty="0">
              <a:latin typeface="Galvji" panose="020B0504020202020204" pitchFamily="34" charset="77"/>
            </a:rPr>
            <a:t>- Análisis </a:t>
          </a:r>
          <a:r>
            <a:rPr lang="es-CL" sz="1600" b="0" i="0" kern="1200" dirty="0" err="1">
              <a:latin typeface="Galvji" panose="020B0504020202020204" pitchFamily="34" charset="77"/>
            </a:rPr>
            <a:t>univariado</a:t>
          </a:r>
          <a:r>
            <a:rPr lang="es-CL" sz="1600" b="0" i="0" kern="1200" dirty="0">
              <a:latin typeface="Galvji" panose="020B0504020202020204" pitchFamily="34" charset="77"/>
            </a:rPr>
            <a:t> de variables</a:t>
          </a:r>
        </a:p>
        <a:p>
          <a:pPr marL="0" lvl="0" indent="0" algn="l" defTabSz="711200">
            <a:lnSpc>
              <a:spcPct val="90000"/>
            </a:lnSpc>
            <a:spcBef>
              <a:spcPct val="0"/>
            </a:spcBef>
            <a:spcAft>
              <a:spcPct val="35000"/>
            </a:spcAft>
            <a:buFont typeface="Arial" panose="020B0604020202020204" pitchFamily="34" charset="0"/>
            <a:buNone/>
          </a:pPr>
          <a:r>
            <a:rPr lang="es-419" sz="1600" b="0" i="0" kern="1200" dirty="0">
              <a:latin typeface="Galvji" panose="020B0504020202020204" pitchFamily="34" charset="77"/>
            </a:rPr>
            <a:t>- Implementación de modelos regresivos y lineal.</a:t>
          </a:r>
        </a:p>
      </dsp:txBody>
      <dsp:txXfrm>
        <a:off x="8002238" y="594420"/>
        <a:ext cx="2626016" cy="42298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1BC3D6-395A-F14E-876E-3C773DD2DFD2}">
      <dsp:nvSpPr>
        <dsp:cNvPr id="0" name=""/>
        <dsp:cNvSpPr/>
      </dsp:nvSpPr>
      <dsp:spPr>
        <a:xfrm>
          <a:off x="2126" y="1146521"/>
          <a:ext cx="1679449" cy="1385194"/>
        </a:xfrm>
        <a:prstGeom prst="roundRect">
          <a:avLst>
            <a:gd name="adj" fmla="val 10000"/>
          </a:avLst>
        </a:prstGeom>
        <a:solidFill>
          <a:schemeClr val="lt2">
            <a:alpha val="90000"/>
            <a:hueOff val="0"/>
            <a:satOff val="0"/>
            <a:lumOff val="0"/>
            <a:alphaOff val="0"/>
          </a:schemeClr>
        </a:solidFill>
        <a:ln w="2222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s-MX" sz="1100" kern="1200" dirty="0">
              <a:latin typeface="Galvji" panose="020B0504020202020204" pitchFamily="34" charset="77"/>
            </a:rPr>
            <a:t>Compradores &amp; Inversionistas.</a:t>
          </a:r>
        </a:p>
        <a:p>
          <a:pPr marL="57150" lvl="1" indent="-57150" algn="l" defTabSz="488950">
            <a:lnSpc>
              <a:spcPct val="90000"/>
            </a:lnSpc>
            <a:spcBef>
              <a:spcPct val="0"/>
            </a:spcBef>
            <a:spcAft>
              <a:spcPct val="15000"/>
            </a:spcAft>
            <a:buChar char="•"/>
          </a:pPr>
          <a:r>
            <a:rPr lang="es-MX" sz="1100" kern="1200" dirty="0">
              <a:latin typeface="Galvji" panose="020B0504020202020204" pitchFamily="34" charset="77"/>
            </a:rPr>
            <a:t>Compreder el mercado.</a:t>
          </a:r>
        </a:p>
        <a:p>
          <a:pPr marL="57150" lvl="1" indent="-57150" algn="l" defTabSz="488950">
            <a:lnSpc>
              <a:spcPct val="90000"/>
            </a:lnSpc>
            <a:spcBef>
              <a:spcPct val="0"/>
            </a:spcBef>
            <a:spcAft>
              <a:spcPct val="15000"/>
            </a:spcAft>
            <a:buChar char="•"/>
          </a:pPr>
          <a:r>
            <a:rPr lang="es-MX" sz="1100" kern="1200" dirty="0">
              <a:latin typeface="Galvji" panose="020B0504020202020204" pitchFamily="34" charset="77"/>
            </a:rPr>
            <a:t>Falta de claridad.</a:t>
          </a:r>
        </a:p>
      </dsp:txBody>
      <dsp:txXfrm>
        <a:off x="34003" y="1178398"/>
        <a:ext cx="1615695" cy="1024612"/>
      </dsp:txXfrm>
    </dsp:sp>
    <dsp:sp modelId="{A39CAFEA-C4C3-6041-BFF4-1707B511DCCB}">
      <dsp:nvSpPr>
        <dsp:cNvPr id="0" name=""/>
        <dsp:cNvSpPr/>
      </dsp:nvSpPr>
      <dsp:spPr>
        <a:xfrm>
          <a:off x="901873" y="1318187"/>
          <a:ext cx="2085894" cy="2085894"/>
        </a:xfrm>
        <a:prstGeom prst="leftCircularArrow">
          <a:avLst>
            <a:gd name="adj1" fmla="val 4267"/>
            <a:gd name="adj2" fmla="val 539357"/>
            <a:gd name="adj3" fmla="val 2314867"/>
            <a:gd name="adj4" fmla="val 9024489"/>
            <a:gd name="adj5" fmla="val 4978"/>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D9531D0-7854-AB43-B8EF-C86DA43D0F28}">
      <dsp:nvSpPr>
        <dsp:cNvPr id="0" name=""/>
        <dsp:cNvSpPr/>
      </dsp:nvSpPr>
      <dsp:spPr>
        <a:xfrm>
          <a:off x="375337" y="2234888"/>
          <a:ext cx="1492843" cy="593654"/>
        </a:xfrm>
        <a:prstGeom prst="roundRect">
          <a:avLst>
            <a:gd name="adj" fmla="val 10000"/>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s-MX" sz="2500" kern="1200" dirty="0">
              <a:latin typeface="Galvji" panose="020B0504020202020204" pitchFamily="34" charset="77"/>
            </a:rPr>
            <a:t>Empatizar</a:t>
          </a:r>
        </a:p>
      </dsp:txBody>
      <dsp:txXfrm>
        <a:off x="392725" y="2252276"/>
        <a:ext cx="1458067" cy="558878"/>
      </dsp:txXfrm>
    </dsp:sp>
    <dsp:sp modelId="{B4503408-1C0F-1B4F-A792-B66667DF5FBD}">
      <dsp:nvSpPr>
        <dsp:cNvPr id="0" name=""/>
        <dsp:cNvSpPr/>
      </dsp:nvSpPr>
      <dsp:spPr>
        <a:xfrm>
          <a:off x="2292037" y="1146521"/>
          <a:ext cx="1679449" cy="1385194"/>
        </a:xfrm>
        <a:prstGeom prst="roundRect">
          <a:avLst>
            <a:gd name="adj" fmla="val 10000"/>
          </a:avLst>
        </a:prstGeom>
        <a:solidFill>
          <a:schemeClr val="lt2">
            <a:alpha val="90000"/>
            <a:hueOff val="0"/>
            <a:satOff val="0"/>
            <a:lumOff val="0"/>
            <a:alphaOff val="0"/>
          </a:schemeClr>
        </a:solidFill>
        <a:ln w="2222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s-MX" sz="1100" kern="1200" dirty="0">
              <a:latin typeface="Galvji" panose="020B0504020202020204" pitchFamily="34" charset="77"/>
            </a:rPr>
            <a:t>Identificar las variables influyentes.</a:t>
          </a:r>
        </a:p>
        <a:p>
          <a:pPr marL="57150" lvl="1" indent="-57150" algn="l" defTabSz="488950">
            <a:lnSpc>
              <a:spcPct val="90000"/>
            </a:lnSpc>
            <a:spcBef>
              <a:spcPct val="0"/>
            </a:spcBef>
            <a:spcAft>
              <a:spcPct val="15000"/>
            </a:spcAft>
            <a:buChar char="•"/>
          </a:pPr>
          <a:r>
            <a:rPr lang="es-MX" sz="1100" kern="1200" dirty="0">
              <a:latin typeface="Galvji" panose="020B0504020202020204" pitchFamily="34" charset="77"/>
            </a:rPr>
            <a:t>Complejidad del mercado inmobiliario.</a:t>
          </a:r>
        </a:p>
      </dsp:txBody>
      <dsp:txXfrm>
        <a:off x="2323914" y="1475226"/>
        <a:ext cx="1615695" cy="1024612"/>
      </dsp:txXfrm>
    </dsp:sp>
    <dsp:sp modelId="{764AF01C-28AD-B74C-A4BB-3F5171CCA2A4}">
      <dsp:nvSpPr>
        <dsp:cNvPr id="0" name=""/>
        <dsp:cNvSpPr/>
      </dsp:nvSpPr>
      <dsp:spPr>
        <a:xfrm>
          <a:off x="3177788" y="219843"/>
          <a:ext cx="2300490" cy="2300490"/>
        </a:xfrm>
        <a:prstGeom prst="circularArrow">
          <a:avLst>
            <a:gd name="adj1" fmla="val 3869"/>
            <a:gd name="adj2" fmla="val 484344"/>
            <a:gd name="adj3" fmla="val 19340145"/>
            <a:gd name="adj4" fmla="val 12575511"/>
            <a:gd name="adj5" fmla="val 4514"/>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7000E65-1A8F-3B4B-8DF8-081AC9FABB33}">
      <dsp:nvSpPr>
        <dsp:cNvPr id="0" name=""/>
        <dsp:cNvSpPr/>
      </dsp:nvSpPr>
      <dsp:spPr>
        <a:xfrm>
          <a:off x="2665248" y="849694"/>
          <a:ext cx="1492843" cy="593654"/>
        </a:xfrm>
        <a:prstGeom prst="roundRect">
          <a:avLst>
            <a:gd name="adj" fmla="val 10000"/>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s-MX" sz="2500" kern="1200" dirty="0">
              <a:latin typeface="Galvji" panose="020B0504020202020204" pitchFamily="34" charset="77"/>
            </a:rPr>
            <a:t>Definir</a:t>
          </a:r>
        </a:p>
      </dsp:txBody>
      <dsp:txXfrm>
        <a:off x="2682636" y="867082"/>
        <a:ext cx="1458067" cy="558878"/>
      </dsp:txXfrm>
    </dsp:sp>
    <dsp:sp modelId="{0E5A2D46-8F02-6341-AFA6-D6F99DBAE37A}">
      <dsp:nvSpPr>
        <dsp:cNvPr id="0" name=""/>
        <dsp:cNvSpPr/>
      </dsp:nvSpPr>
      <dsp:spPr>
        <a:xfrm>
          <a:off x="4581947" y="1146521"/>
          <a:ext cx="1679449" cy="1385194"/>
        </a:xfrm>
        <a:prstGeom prst="roundRect">
          <a:avLst>
            <a:gd name="adj" fmla="val 10000"/>
          </a:avLst>
        </a:prstGeom>
        <a:solidFill>
          <a:schemeClr val="lt2">
            <a:alpha val="90000"/>
            <a:hueOff val="0"/>
            <a:satOff val="0"/>
            <a:lumOff val="0"/>
            <a:alphaOff val="0"/>
          </a:schemeClr>
        </a:solidFill>
        <a:ln w="2222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s-MX" sz="1100" kern="1200" dirty="0">
              <a:latin typeface="Galvji" panose="020B0504020202020204" pitchFamily="34" charset="77"/>
            </a:rPr>
            <a:t>Crear visualizaciones de los datos, por medio de modelos de regresión y mapas de calor.</a:t>
          </a:r>
        </a:p>
        <a:p>
          <a:pPr marL="57150" lvl="1" indent="-57150" algn="l" defTabSz="488950">
            <a:lnSpc>
              <a:spcPct val="90000"/>
            </a:lnSpc>
            <a:spcBef>
              <a:spcPct val="0"/>
            </a:spcBef>
            <a:spcAft>
              <a:spcPct val="15000"/>
            </a:spcAft>
            <a:buChar char="•"/>
          </a:pPr>
          <a:endParaRPr lang="es-MX" sz="1100" kern="1200" dirty="0">
            <a:latin typeface="Galvji" panose="020B0504020202020204" pitchFamily="34" charset="77"/>
          </a:endParaRPr>
        </a:p>
      </dsp:txBody>
      <dsp:txXfrm>
        <a:off x="4613824" y="1178398"/>
        <a:ext cx="1615695" cy="1024612"/>
      </dsp:txXfrm>
    </dsp:sp>
    <dsp:sp modelId="{C46C728E-F7DB-4D4B-8E17-D5AE8798BDA6}">
      <dsp:nvSpPr>
        <dsp:cNvPr id="0" name=""/>
        <dsp:cNvSpPr/>
      </dsp:nvSpPr>
      <dsp:spPr>
        <a:xfrm>
          <a:off x="5481694" y="1318187"/>
          <a:ext cx="2085894" cy="2085894"/>
        </a:xfrm>
        <a:prstGeom prst="leftCircularArrow">
          <a:avLst>
            <a:gd name="adj1" fmla="val 4267"/>
            <a:gd name="adj2" fmla="val 539357"/>
            <a:gd name="adj3" fmla="val 2314867"/>
            <a:gd name="adj4" fmla="val 9024489"/>
            <a:gd name="adj5" fmla="val 4978"/>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E24B345-3FBB-6B40-A7F9-BF2592730B9A}">
      <dsp:nvSpPr>
        <dsp:cNvPr id="0" name=""/>
        <dsp:cNvSpPr/>
      </dsp:nvSpPr>
      <dsp:spPr>
        <a:xfrm>
          <a:off x="4955158" y="2234888"/>
          <a:ext cx="1492843" cy="593654"/>
        </a:xfrm>
        <a:prstGeom prst="roundRect">
          <a:avLst>
            <a:gd name="adj" fmla="val 10000"/>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s-MX" sz="2500" kern="1200" dirty="0">
              <a:latin typeface="Galvji" panose="020B0504020202020204" pitchFamily="34" charset="77"/>
            </a:rPr>
            <a:t>Idear</a:t>
          </a:r>
        </a:p>
      </dsp:txBody>
      <dsp:txXfrm>
        <a:off x="4972546" y="2252276"/>
        <a:ext cx="1458067" cy="558878"/>
      </dsp:txXfrm>
    </dsp:sp>
    <dsp:sp modelId="{CE11ECD5-BE47-1B4F-97EB-F52EC955FE31}">
      <dsp:nvSpPr>
        <dsp:cNvPr id="0" name=""/>
        <dsp:cNvSpPr/>
      </dsp:nvSpPr>
      <dsp:spPr>
        <a:xfrm>
          <a:off x="6871858" y="1146521"/>
          <a:ext cx="1679449" cy="1385194"/>
        </a:xfrm>
        <a:prstGeom prst="roundRect">
          <a:avLst>
            <a:gd name="adj" fmla="val 10000"/>
          </a:avLst>
        </a:prstGeom>
        <a:solidFill>
          <a:schemeClr val="lt2">
            <a:alpha val="90000"/>
            <a:hueOff val="0"/>
            <a:satOff val="0"/>
            <a:lumOff val="0"/>
            <a:alphaOff val="0"/>
          </a:schemeClr>
        </a:solidFill>
        <a:ln w="2222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s-MX" sz="1100" kern="1200" dirty="0">
              <a:latin typeface="Galvji" panose="020B0504020202020204" pitchFamily="34" charset="77"/>
            </a:rPr>
            <a:t>Posible notebook interactivo con visualización y modelo de presición.  </a:t>
          </a:r>
        </a:p>
        <a:p>
          <a:pPr marL="57150" lvl="1" indent="-57150" algn="l" defTabSz="488950">
            <a:lnSpc>
              <a:spcPct val="90000"/>
            </a:lnSpc>
            <a:spcBef>
              <a:spcPct val="0"/>
            </a:spcBef>
            <a:spcAft>
              <a:spcPct val="15000"/>
            </a:spcAft>
            <a:buChar char="•"/>
          </a:pPr>
          <a:r>
            <a:rPr lang="es-MX" sz="1100" kern="1200" dirty="0">
              <a:latin typeface="Galvji" panose="020B0504020202020204" pitchFamily="34" charset="77"/>
            </a:rPr>
            <a:t>Combinar variables.</a:t>
          </a:r>
        </a:p>
      </dsp:txBody>
      <dsp:txXfrm>
        <a:off x="6903735" y="1475226"/>
        <a:ext cx="1615695" cy="1024612"/>
      </dsp:txXfrm>
    </dsp:sp>
    <dsp:sp modelId="{DD99E4CD-ECA9-EE47-9ECB-71D3D4CD1AE3}">
      <dsp:nvSpPr>
        <dsp:cNvPr id="0" name=""/>
        <dsp:cNvSpPr/>
      </dsp:nvSpPr>
      <dsp:spPr>
        <a:xfrm>
          <a:off x="7757609" y="219843"/>
          <a:ext cx="2300490" cy="2300490"/>
        </a:xfrm>
        <a:prstGeom prst="circularArrow">
          <a:avLst>
            <a:gd name="adj1" fmla="val 3869"/>
            <a:gd name="adj2" fmla="val 484344"/>
            <a:gd name="adj3" fmla="val 19340145"/>
            <a:gd name="adj4" fmla="val 12575511"/>
            <a:gd name="adj5" fmla="val 4514"/>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6FAA454-A672-F74B-B99D-BA09B1CB8981}">
      <dsp:nvSpPr>
        <dsp:cNvPr id="0" name=""/>
        <dsp:cNvSpPr/>
      </dsp:nvSpPr>
      <dsp:spPr>
        <a:xfrm>
          <a:off x="7245069" y="849694"/>
          <a:ext cx="1492843" cy="593654"/>
        </a:xfrm>
        <a:prstGeom prst="roundRect">
          <a:avLst>
            <a:gd name="adj" fmla="val 10000"/>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s-MX" sz="2500" kern="1200" dirty="0">
              <a:latin typeface="Galvji" panose="020B0504020202020204" pitchFamily="34" charset="77"/>
            </a:rPr>
            <a:t>Prototipar</a:t>
          </a:r>
        </a:p>
      </dsp:txBody>
      <dsp:txXfrm>
        <a:off x="7262457" y="867082"/>
        <a:ext cx="1458067" cy="558878"/>
      </dsp:txXfrm>
    </dsp:sp>
    <dsp:sp modelId="{8213E963-BD92-9B48-9169-C204E2E738BB}">
      <dsp:nvSpPr>
        <dsp:cNvPr id="0" name=""/>
        <dsp:cNvSpPr/>
      </dsp:nvSpPr>
      <dsp:spPr>
        <a:xfrm>
          <a:off x="9161768" y="1146521"/>
          <a:ext cx="1679449" cy="1385194"/>
        </a:xfrm>
        <a:prstGeom prst="roundRect">
          <a:avLst>
            <a:gd name="adj" fmla="val 10000"/>
          </a:avLst>
        </a:prstGeom>
        <a:solidFill>
          <a:schemeClr val="lt2">
            <a:alpha val="90000"/>
            <a:hueOff val="0"/>
            <a:satOff val="0"/>
            <a:lumOff val="0"/>
            <a:alphaOff val="0"/>
          </a:schemeClr>
        </a:solidFill>
        <a:ln w="2222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r>
            <a:rPr lang="es-MX" sz="1100" kern="1200" dirty="0">
              <a:latin typeface="Galvji" panose="020B0504020202020204" pitchFamily="34" charset="77"/>
            </a:rPr>
            <a:t>Evaluar si el prototipo idenficia claramente las variables influyentes.</a:t>
          </a:r>
        </a:p>
      </dsp:txBody>
      <dsp:txXfrm>
        <a:off x="9193645" y="1178398"/>
        <a:ext cx="1615695" cy="1024612"/>
      </dsp:txXfrm>
    </dsp:sp>
    <dsp:sp modelId="{86FCE35B-5557-A846-8733-58D7596F7B9F}">
      <dsp:nvSpPr>
        <dsp:cNvPr id="0" name=""/>
        <dsp:cNvSpPr/>
      </dsp:nvSpPr>
      <dsp:spPr>
        <a:xfrm>
          <a:off x="9534979" y="2234888"/>
          <a:ext cx="1492843" cy="593654"/>
        </a:xfrm>
        <a:prstGeom prst="roundRect">
          <a:avLst>
            <a:gd name="adj" fmla="val 10000"/>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s-MX" sz="2500" kern="1200" dirty="0">
              <a:latin typeface="Galvji" panose="020B0504020202020204" pitchFamily="34" charset="77"/>
            </a:rPr>
            <a:t>Testear</a:t>
          </a:r>
        </a:p>
      </dsp:txBody>
      <dsp:txXfrm>
        <a:off x="9552367" y="2252276"/>
        <a:ext cx="1458067" cy="55887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46CB39B-5F4C-4A7E-9BE3-AAFD45576D16}" type="datetime2">
              <a:rPr lang="en-US" smtClean="0"/>
              <a:t>Tuesday, November 5, 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en-US"/>
              <a:t>Sample Footer</a:t>
            </a:r>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BA1B0FB-D917-4C8C-928F-313BD683BF39}" type="slidenum">
              <a:rPr lang="en-US" smtClean="0"/>
              <a:pPr/>
              <a:t>‹Nº›</a:t>
            </a:fld>
            <a:endParaRPr lang="en-US"/>
          </a:p>
        </p:txBody>
      </p:sp>
    </p:spTree>
    <p:extLst>
      <p:ext uri="{BB962C8B-B14F-4D97-AF65-F5344CB8AC3E}">
        <p14:creationId xmlns:p14="http://schemas.microsoft.com/office/powerpoint/2010/main" val="277109078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46CB39B-5F4C-4A7E-9BE3-AAFD45576D16}" type="datetime2">
              <a:rPr lang="en-US" smtClean="0"/>
              <a:t>Tuesday, November 5, 2024</a:t>
            </a:fld>
            <a:endParaRPr lang="en-US" dirty="0"/>
          </a:p>
        </p:txBody>
      </p:sp>
      <p:sp>
        <p:nvSpPr>
          <p:cNvPr id="5" name="Footer Placeholder 4"/>
          <p:cNvSpPr>
            <a:spLocks noGrp="1"/>
          </p:cNvSpPr>
          <p:nvPr>
            <p:ph type="ftr" sz="quarter" idx="11"/>
          </p:nvPr>
        </p:nvSpPr>
        <p:spPr/>
        <p:txBody>
          <a:bodyPr/>
          <a:lstStyle/>
          <a:p>
            <a:r>
              <a:rPr lang="en-US"/>
              <a:t>Sample Footer</a:t>
            </a:r>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BA1B0FB-D917-4C8C-928F-313BD683BF39}" type="slidenum">
              <a:rPr lang="en-US" smtClean="0"/>
              <a:pPr/>
              <a:t>‹Nº›</a:t>
            </a:fld>
            <a:endParaRPr lang="en-US"/>
          </a:p>
        </p:txBody>
      </p:sp>
    </p:spTree>
    <p:extLst>
      <p:ext uri="{BB962C8B-B14F-4D97-AF65-F5344CB8AC3E}">
        <p14:creationId xmlns:p14="http://schemas.microsoft.com/office/powerpoint/2010/main" val="152232772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46CB39B-5F4C-4A7E-9BE3-AAFD45576D16}" type="datetime2">
              <a:rPr lang="en-US" smtClean="0"/>
              <a:t>Tuesday, November 5, 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a:t>Sample Footer</a:t>
            </a:r>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BA1B0FB-D917-4C8C-928F-313BD683BF39}" type="slidenum">
              <a:rPr lang="en-US" smtClean="0"/>
              <a:pPr/>
              <a:t>‹Nº›</a:t>
            </a:fld>
            <a:endParaRPr lang="en-US"/>
          </a:p>
        </p:txBody>
      </p:sp>
    </p:spTree>
    <p:extLst>
      <p:ext uri="{BB962C8B-B14F-4D97-AF65-F5344CB8AC3E}">
        <p14:creationId xmlns:p14="http://schemas.microsoft.com/office/powerpoint/2010/main" val="35542055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46CB39B-5F4C-4A7E-9BE3-AAFD45576D16}" type="datetime2">
              <a:rPr lang="en-US" smtClean="0"/>
              <a:t>Tuesday, November 5, 2024</a:t>
            </a:fld>
            <a:endParaRPr lang="en-US" dirty="0"/>
          </a:p>
        </p:txBody>
      </p:sp>
      <p:sp>
        <p:nvSpPr>
          <p:cNvPr id="6" name="Footer Placeholder 5"/>
          <p:cNvSpPr>
            <a:spLocks noGrp="1"/>
          </p:cNvSpPr>
          <p:nvPr>
            <p:ph type="ftr" sz="quarter" idx="11"/>
          </p:nvPr>
        </p:nvSpPr>
        <p:spPr/>
        <p:txBody>
          <a:bodyPr/>
          <a:lstStyle/>
          <a:p>
            <a:r>
              <a:rPr lang="en-US"/>
              <a:t>Sample Footer</a:t>
            </a:r>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pPr/>
              <a:t>‹Nº›</a:t>
            </a:fld>
            <a:endParaRPr lang="en-US"/>
          </a:p>
        </p:txBody>
      </p:sp>
    </p:spTree>
    <p:extLst>
      <p:ext uri="{BB962C8B-B14F-4D97-AF65-F5344CB8AC3E}">
        <p14:creationId xmlns:p14="http://schemas.microsoft.com/office/powerpoint/2010/main" val="60124679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46CB39B-5F4C-4A7E-9BE3-AAFD45576D16}" type="datetime2">
              <a:rPr lang="en-US" smtClean="0"/>
              <a:t>Tuesday, November 5, 2024</a:t>
            </a:fld>
            <a:endParaRPr lang="en-US" dirty="0"/>
          </a:p>
        </p:txBody>
      </p:sp>
      <p:sp>
        <p:nvSpPr>
          <p:cNvPr id="8" name="Footer Placeholder 7"/>
          <p:cNvSpPr>
            <a:spLocks noGrp="1"/>
          </p:cNvSpPr>
          <p:nvPr>
            <p:ph type="ftr" sz="quarter" idx="11"/>
          </p:nvPr>
        </p:nvSpPr>
        <p:spPr/>
        <p:txBody>
          <a:bodyPr/>
          <a:lstStyle/>
          <a:p>
            <a:r>
              <a:rPr lang="en-US"/>
              <a:t>Sample Footer</a:t>
            </a:r>
            <a:endParaRPr lang="en-US" dirty="0"/>
          </a:p>
        </p:txBody>
      </p:sp>
      <p:sp>
        <p:nvSpPr>
          <p:cNvPr id="9" name="Slide Number Placeholder 8"/>
          <p:cNvSpPr>
            <a:spLocks noGrp="1"/>
          </p:cNvSpPr>
          <p:nvPr>
            <p:ph type="sldNum" sz="quarter" idx="12"/>
          </p:nvPr>
        </p:nvSpPr>
        <p:spPr/>
        <p:txBody>
          <a:bodyPr/>
          <a:lstStyle/>
          <a:p>
            <a:fld id="{DBA1B0FB-D917-4C8C-928F-313BD683BF39}" type="slidenum">
              <a:rPr lang="en-US" smtClean="0"/>
              <a:pPr/>
              <a:t>‹Nº›</a:t>
            </a:fld>
            <a:endParaRPr lang="en-US"/>
          </a:p>
        </p:txBody>
      </p:sp>
    </p:spTree>
    <p:extLst>
      <p:ext uri="{BB962C8B-B14F-4D97-AF65-F5344CB8AC3E}">
        <p14:creationId xmlns:p14="http://schemas.microsoft.com/office/powerpoint/2010/main" val="229676846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46CB39B-5F4C-4A7E-9BE3-AAFD45576D16}" type="datetime2">
              <a:rPr lang="en-US" smtClean="0"/>
              <a:t>Tuesday, November 5, 2024</a:t>
            </a:fld>
            <a:endParaRPr lang="en-US" dirty="0"/>
          </a:p>
        </p:txBody>
      </p:sp>
      <p:sp>
        <p:nvSpPr>
          <p:cNvPr id="4" name="Footer Placeholder 3"/>
          <p:cNvSpPr>
            <a:spLocks noGrp="1"/>
          </p:cNvSpPr>
          <p:nvPr>
            <p:ph type="ftr" sz="quarter" idx="11"/>
          </p:nvPr>
        </p:nvSpPr>
        <p:spPr/>
        <p:txBody>
          <a:bodyPr/>
          <a:lstStyle/>
          <a:p>
            <a:r>
              <a:rPr lang="en-US"/>
              <a:t>Sample Footer</a:t>
            </a:r>
            <a:endParaRPr lang="en-US" dirty="0"/>
          </a:p>
        </p:txBody>
      </p:sp>
      <p:sp>
        <p:nvSpPr>
          <p:cNvPr id="5" name="Slide Number Placeholder 4"/>
          <p:cNvSpPr>
            <a:spLocks noGrp="1"/>
          </p:cNvSpPr>
          <p:nvPr>
            <p:ph type="sldNum" sz="quarter" idx="12"/>
          </p:nvPr>
        </p:nvSpPr>
        <p:spPr/>
        <p:txBody>
          <a:bodyPr/>
          <a:lstStyle/>
          <a:p>
            <a:fld id="{DBA1B0FB-D917-4C8C-928F-313BD683BF39}" type="slidenum">
              <a:rPr lang="en-US" smtClean="0"/>
              <a:pPr/>
              <a:t>‹Nº›</a:t>
            </a:fld>
            <a:endParaRPr lang="en-US"/>
          </a:p>
        </p:txBody>
      </p:sp>
    </p:spTree>
    <p:extLst>
      <p:ext uri="{BB962C8B-B14F-4D97-AF65-F5344CB8AC3E}">
        <p14:creationId xmlns:p14="http://schemas.microsoft.com/office/powerpoint/2010/main" val="188735666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6CB39B-5F4C-4A7E-9BE3-AAFD45576D16}" type="datetime2">
              <a:rPr lang="en-US" smtClean="0"/>
              <a:t>Tuesday, November 5, 2024</a:t>
            </a:fld>
            <a:endParaRPr lang="en-US" dirty="0"/>
          </a:p>
        </p:txBody>
      </p:sp>
      <p:sp>
        <p:nvSpPr>
          <p:cNvPr id="3" name="Footer Placeholder 2"/>
          <p:cNvSpPr>
            <a:spLocks noGrp="1"/>
          </p:cNvSpPr>
          <p:nvPr>
            <p:ph type="ftr" sz="quarter" idx="11"/>
          </p:nvPr>
        </p:nvSpPr>
        <p:spPr/>
        <p:txBody>
          <a:bodyPr/>
          <a:lstStyle/>
          <a:p>
            <a:r>
              <a:rPr lang="en-US"/>
              <a:t>Sample Footer</a:t>
            </a:r>
            <a:endParaRPr lang="en-US" dirty="0"/>
          </a:p>
        </p:txBody>
      </p:sp>
      <p:sp>
        <p:nvSpPr>
          <p:cNvPr id="4" name="Slide Number Placeholder 3"/>
          <p:cNvSpPr>
            <a:spLocks noGrp="1"/>
          </p:cNvSpPr>
          <p:nvPr>
            <p:ph type="sldNum" sz="quarter" idx="12"/>
          </p:nvPr>
        </p:nvSpPr>
        <p:spPr/>
        <p:txBody>
          <a:bodyPr/>
          <a:lstStyle/>
          <a:p>
            <a:fld id="{DBA1B0FB-D917-4C8C-928F-313BD683BF39}" type="slidenum">
              <a:rPr lang="en-US" smtClean="0"/>
              <a:pPr/>
              <a:t>‹Nº›</a:t>
            </a:fld>
            <a:endParaRPr lang="en-US"/>
          </a:p>
        </p:txBody>
      </p:sp>
    </p:spTree>
    <p:extLst>
      <p:ext uri="{BB962C8B-B14F-4D97-AF65-F5344CB8AC3E}">
        <p14:creationId xmlns:p14="http://schemas.microsoft.com/office/powerpoint/2010/main" val="87029532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46CB39B-5F4C-4A7E-9BE3-AAFD45576D16}" type="datetime2">
              <a:rPr lang="en-US" smtClean="0"/>
              <a:t>Tuesday, November 5, 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a:t>Sample Footer</a:t>
            </a:r>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BA1B0FB-D917-4C8C-928F-313BD683BF39}" type="slidenum">
              <a:rPr lang="en-US" smtClean="0"/>
              <a:pPr/>
              <a:t>‹Nº›</a:t>
            </a:fld>
            <a:endParaRPr lang="en-US"/>
          </a:p>
        </p:txBody>
      </p:sp>
    </p:spTree>
    <p:extLst>
      <p:ext uri="{BB962C8B-B14F-4D97-AF65-F5344CB8AC3E}">
        <p14:creationId xmlns:p14="http://schemas.microsoft.com/office/powerpoint/2010/main" val="269129087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46CB39B-5F4C-4A7E-9BE3-AAFD45576D16}" type="datetime2">
              <a:rPr lang="en-US" smtClean="0"/>
              <a:t>Tuesday, November 5, 2024</a:t>
            </a:fld>
            <a:endParaRPr lang="en-US" dirty="0"/>
          </a:p>
        </p:txBody>
      </p:sp>
      <p:sp>
        <p:nvSpPr>
          <p:cNvPr id="6" name="Footer Placeholder 5"/>
          <p:cNvSpPr>
            <a:spLocks noGrp="1"/>
          </p:cNvSpPr>
          <p:nvPr>
            <p:ph type="ftr" sz="quarter" idx="11"/>
          </p:nvPr>
        </p:nvSpPr>
        <p:spPr/>
        <p:txBody>
          <a:bodyPr/>
          <a:lstStyle/>
          <a:p>
            <a:r>
              <a:rPr lang="en-US"/>
              <a:t>Sample Footer</a:t>
            </a:r>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pPr/>
              <a:t>‹Nº›</a:t>
            </a:fld>
            <a:endParaRPr lang="en-US"/>
          </a:p>
        </p:txBody>
      </p:sp>
    </p:spTree>
    <p:extLst>
      <p:ext uri="{BB962C8B-B14F-4D97-AF65-F5344CB8AC3E}">
        <p14:creationId xmlns:p14="http://schemas.microsoft.com/office/powerpoint/2010/main" val="105798699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46CB39B-5F4C-4A7E-9BE3-AAFD45576D16}" type="datetime2">
              <a:rPr lang="en-US" smtClean="0"/>
              <a:t>Tuesday, November 5, 2024</a:t>
            </a:fld>
            <a:endParaRPr lang="en-US" dirty="0"/>
          </a:p>
        </p:txBody>
      </p:sp>
      <p:sp>
        <p:nvSpPr>
          <p:cNvPr id="5" name="Footer Placeholder 4"/>
          <p:cNvSpPr>
            <a:spLocks noGrp="1"/>
          </p:cNvSpPr>
          <p:nvPr>
            <p:ph type="ftr" sz="quarter" idx="11"/>
          </p:nvPr>
        </p:nvSpPr>
        <p:spPr/>
        <p:txBody>
          <a:bodyPr/>
          <a:lstStyle/>
          <a:p>
            <a:r>
              <a:rPr lang="en-US"/>
              <a:t>Sample Footer</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pPr/>
              <a:t>‹Nº›</a:t>
            </a:fld>
            <a:endParaRPr lang="en-US"/>
          </a:p>
        </p:txBody>
      </p:sp>
    </p:spTree>
    <p:extLst>
      <p:ext uri="{BB962C8B-B14F-4D97-AF65-F5344CB8AC3E}">
        <p14:creationId xmlns:p14="http://schemas.microsoft.com/office/powerpoint/2010/main" val="37835918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46CB39B-5F4C-4A7E-9BE3-AAFD45576D16}" type="datetime2">
              <a:rPr lang="en-US" smtClean="0"/>
              <a:t>Tuesday, November 5, 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r>
              <a:rPr lang="en-US"/>
              <a:t>Sample Footer</a:t>
            </a:r>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BA1B0FB-D917-4C8C-928F-313BD683BF39}" type="slidenum">
              <a:rPr lang="en-US" smtClean="0"/>
              <a:pPr/>
              <a:t>‹Nº›</a:t>
            </a:fld>
            <a:endParaRPr lang="en-US"/>
          </a:p>
        </p:txBody>
      </p:sp>
    </p:spTree>
    <p:extLst>
      <p:ext uri="{BB962C8B-B14F-4D97-AF65-F5344CB8AC3E}">
        <p14:creationId xmlns:p14="http://schemas.microsoft.com/office/powerpoint/2010/main" val="26178508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46CB39B-5F4C-4A7E-9BE3-AAFD45576D16}" type="datetime2">
              <a:rPr lang="en-US" smtClean="0"/>
              <a:t>Tuesday, November 5, 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en-US"/>
              <a:t>Sample Footer</a:t>
            </a:r>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BA1B0FB-D917-4C8C-928F-313BD683BF39}" type="slidenum">
              <a:rPr lang="en-US" smtClean="0"/>
              <a:pPr/>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73245023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8592AC-12BF-E8B9-2444-F2DDFCD1F8D5}"/>
              </a:ext>
            </a:extLst>
          </p:cNvPr>
          <p:cNvSpPr>
            <a:spLocks noGrp="1"/>
          </p:cNvSpPr>
          <p:nvPr>
            <p:ph type="ctrTitle"/>
          </p:nvPr>
        </p:nvSpPr>
        <p:spPr>
          <a:xfrm>
            <a:off x="550864" y="549275"/>
            <a:ext cx="3565524" cy="1997855"/>
          </a:xfrm>
        </p:spPr>
        <p:txBody>
          <a:bodyPr vert="horz" wrap="square" lIns="0" tIns="0" rIns="0" bIns="0" rtlCol="0" anchor="b" anchorCtr="0">
            <a:noAutofit/>
          </a:bodyPr>
          <a:lstStyle/>
          <a:p>
            <a:r>
              <a:rPr lang="en-US" sz="6600" b="1" kern="1200" dirty="0">
                <a:solidFill>
                  <a:schemeClr val="tx1"/>
                </a:solidFill>
                <a:latin typeface="Galvji" panose="020B0504020202020204" pitchFamily="34" charset="77"/>
              </a:rPr>
              <a:t>Data Hunters</a:t>
            </a:r>
          </a:p>
        </p:txBody>
      </p:sp>
      <p:sp>
        <p:nvSpPr>
          <p:cNvPr id="5" name="Subtítulo 2">
            <a:extLst>
              <a:ext uri="{FF2B5EF4-FFF2-40B4-BE49-F238E27FC236}">
                <a16:creationId xmlns:a16="http://schemas.microsoft.com/office/drawing/2014/main" id="{232F56A3-EFE7-8F7F-6E41-DF37D0CE645A}"/>
              </a:ext>
            </a:extLst>
          </p:cNvPr>
          <p:cNvSpPr txBox="1">
            <a:spLocks/>
          </p:cNvSpPr>
          <p:nvPr/>
        </p:nvSpPr>
        <p:spPr>
          <a:xfrm>
            <a:off x="643466" y="3225800"/>
            <a:ext cx="3472921" cy="2867025"/>
          </a:xfrm>
          <a:prstGeom prst="rect">
            <a:avLst/>
          </a:prstGeom>
        </p:spPr>
        <p:txBody>
          <a:bodyPr vert="horz" wrap="square" lIns="0" tIns="0" rIns="0" bIns="0" rtlCol="0" anchor="t">
            <a:normAutofit/>
          </a:bodyPr>
          <a:lstStyle>
            <a:lvl1pPr marL="0" indent="0" algn="l" defTabSz="914400" rtl="0" eaLnBrk="1" latinLnBrk="0" hangingPunct="1">
              <a:lnSpc>
                <a:spcPct val="100000"/>
              </a:lnSpc>
              <a:spcBef>
                <a:spcPts val="1000"/>
              </a:spcBef>
              <a:spcAft>
                <a:spcPts val="800"/>
              </a:spcAft>
              <a:buFont typeface="Arial" panose="020B0604020202020204" pitchFamily="34" charset="0"/>
              <a:buNone/>
              <a:defRPr sz="2400" kern="1200">
                <a:solidFill>
                  <a:schemeClr val="tx1">
                    <a:alpha val="80000"/>
                  </a:schemeClr>
                </a:solidFill>
                <a:latin typeface="+mn-lt"/>
                <a:ea typeface="+mn-ea"/>
                <a:cs typeface="+mn-cs"/>
              </a:defRPr>
            </a:lvl1pPr>
            <a:lvl2pPr marL="457200" indent="0" algn="ctr" defTabSz="914400" rtl="0" eaLnBrk="1" latinLnBrk="0" hangingPunct="1">
              <a:lnSpc>
                <a:spcPct val="110000"/>
              </a:lnSpc>
              <a:spcBef>
                <a:spcPts val="500"/>
              </a:spcBef>
              <a:spcAft>
                <a:spcPts val="800"/>
              </a:spcAft>
              <a:buFont typeface="Arial" panose="020B0604020202020204" pitchFamily="34" charset="0"/>
              <a:buNone/>
              <a:defRPr sz="2000" kern="1200">
                <a:solidFill>
                  <a:schemeClr val="tx1">
                    <a:alpha val="60000"/>
                  </a:schemeClr>
                </a:solidFill>
                <a:latin typeface="+mn-lt"/>
                <a:ea typeface="+mn-ea"/>
                <a:cs typeface="+mn-cs"/>
              </a:defRPr>
            </a:lvl2pPr>
            <a:lvl3pPr marL="914400" indent="0" algn="ctr" defTabSz="914400" rtl="0" eaLnBrk="1" latinLnBrk="0" hangingPunct="1">
              <a:lnSpc>
                <a:spcPct val="110000"/>
              </a:lnSpc>
              <a:spcBef>
                <a:spcPts val="500"/>
              </a:spcBef>
              <a:spcAft>
                <a:spcPts val="800"/>
              </a:spcAft>
              <a:buFont typeface="Arial" panose="020B0604020202020204" pitchFamily="34" charset="0"/>
              <a:buNone/>
              <a:defRPr sz="1800" kern="1200">
                <a:solidFill>
                  <a:schemeClr val="tx1">
                    <a:alpha val="60000"/>
                  </a:schemeClr>
                </a:solidFill>
                <a:latin typeface="+mn-lt"/>
                <a:ea typeface="+mn-ea"/>
                <a:cs typeface="+mn-cs"/>
              </a:defRPr>
            </a:lvl3pPr>
            <a:lvl4pPr marL="1371600" indent="0" algn="ctr" defTabSz="914400" rtl="0" eaLnBrk="1" latinLnBrk="0" hangingPunct="1">
              <a:lnSpc>
                <a:spcPct val="110000"/>
              </a:lnSpc>
              <a:spcBef>
                <a:spcPts val="500"/>
              </a:spcBef>
              <a:spcAft>
                <a:spcPts val="800"/>
              </a:spcAft>
              <a:buFont typeface="Arial" panose="020B0604020202020204" pitchFamily="34" charset="0"/>
              <a:buNone/>
              <a:defRPr sz="1600" kern="1200">
                <a:solidFill>
                  <a:schemeClr val="tx1">
                    <a:alpha val="60000"/>
                  </a:schemeClr>
                </a:solidFill>
                <a:latin typeface="+mn-lt"/>
                <a:ea typeface="+mn-ea"/>
                <a:cs typeface="+mn-cs"/>
              </a:defRPr>
            </a:lvl4pPr>
            <a:lvl5pPr marL="1828800" indent="0" algn="ctr" defTabSz="914400" rtl="0" eaLnBrk="1" latinLnBrk="0" hangingPunct="1">
              <a:lnSpc>
                <a:spcPct val="110000"/>
              </a:lnSpc>
              <a:spcBef>
                <a:spcPts val="500"/>
              </a:spcBef>
              <a:spcAft>
                <a:spcPts val="800"/>
              </a:spcAft>
              <a:buFont typeface="Arial" panose="020B0604020202020204" pitchFamily="34" charset="0"/>
              <a:buNone/>
              <a:defRPr sz="1600" kern="1200">
                <a:solidFill>
                  <a:schemeClr val="tx1">
                    <a:alpha val="6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228600" fontAlgn="base">
              <a:lnSpc>
                <a:spcPct val="110000"/>
              </a:lnSpc>
              <a:buFont typeface="Arial" panose="020B0604020202020204" pitchFamily="34" charset="0"/>
              <a:buChar char="•"/>
            </a:pPr>
            <a:r>
              <a:rPr lang="en-US" dirty="0">
                <a:solidFill>
                  <a:schemeClr val="bg2">
                    <a:alpha val="60000"/>
                  </a:schemeClr>
                </a:solidFill>
                <a:latin typeface="Galvji" panose="020B0504020202020204" pitchFamily="34" charset="77"/>
              </a:rPr>
              <a:t>Catalina Broughton</a:t>
            </a:r>
          </a:p>
          <a:p>
            <a:pPr indent="-228600" fontAlgn="base">
              <a:lnSpc>
                <a:spcPct val="110000"/>
              </a:lnSpc>
              <a:buFont typeface="Arial" panose="020B0604020202020204" pitchFamily="34" charset="0"/>
              <a:buChar char="•"/>
            </a:pPr>
            <a:r>
              <a:rPr lang="en-US" dirty="0">
                <a:solidFill>
                  <a:schemeClr val="bg2">
                    <a:alpha val="60000"/>
                  </a:schemeClr>
                </a:solidFill>
                <a:latin typeface="Galvji" panose="020B0504020202020204" pitchFamily="34" charset="77"/>
              </a:rPr>
              <a:t>Sebastián Galindo</a:t>
            </a:r>
          </a:p>
          <a:p>
            <a:pPr indent="-228600" fontAlgn="base">
              <a:lnSpc>
                <a:spcPct val="110000"/>
              </a:lnSpc>
              <a:buFont typeface="Arial" panose="020B0604020202020204" pitchFamily="34" charset="0"/>
              <a:buChar char="•"/>
            </a:pPr>
            <a:r>
              <a:rPr lang="en-US" dirty="0">
                <a:solidFill>
                  <a:schemeClr val="bg2">
                    <a:alpha val="60000"/>
                  </a:schemeClr>
                </a:solidFill>
                <a:latin typeface="Galvji" panose="020B0504020202020204" pitchFamily="34" charset="77"/>
              </a:rPr>
              <a:t>Alicia Morales</a:t>
            </a:r>
          </a:p>
          <a:p>
            <a:pPr indent="-228600" fontAlgn="base">
              <a:lnSpc>
                <a:spcPct val="110000"/>
              </a:lnSpc>
              <a:buFont typeface="Arial" panose="020B0604020202020204" pitchFamily="34" charset="0"/>
              <a:buChar char="•"/>
            </a:pPr>
            <a:r>
              <a:rPr lang="en-US" dirty="0">
                <a:solidFill>
                  <a:schemeClr val="bg2">
                    <a:alpha val="60000"/>
                  </a:schemeClr>
                </a:solidFill>
                <a:latin typeface="Galvji" panose="020B0504020202020204" pitchFamily="34" charset="77"/>
              </a:rPr>
              <a:t>Felipe </a:t>
            </a:r>
            <a:r>
              <a:rPr lang="en-US" dirty="0" err="1">
                <a:solidFill>
                  <a:schemeClr val="bg2">
                    <a:alpha val="60000"/>
                  </a:schemeClr>
                </a:solidFill>
                <a:latin typeface="Galvji" panose="020B0504020202020204" pitchFamily="34" charset="77"/>
              </a:rPr>
              <a:t>Osses</a:t>
            </a:r>
            <a:r>
              <a:rPr lang="en-US" dirty="0">
                <a:solidFill>
                  <a:schemeClr val="bg2">
                    <a:alpha val="60000"/>
                  </a:schemeClr>
                </a:solidFill>
                <a:latin typeface="Galvji" panose="020B0504020202020204" pitchFamily="34" charset="77"/>
              </a:rPr>
              <a:t>​</a:t>
            </a:r>
          </a:p>
        </p:txBody>
      </p:sp>
      <p:pic>
        <p:nvPicPr>
          <p:cNvPr id="4" name="Picture 3" descr="Vista de una ciudad&#10;&#10;Descripción generada automáticamente con confianza baja">
            <a:extLst>
              <a:ext uri="{FF2B5EF4-FFF2-40B4-BE49-F238E27FC236}">
                <a16:creationId xmlns:a16="http://schemas.microsoft.com/office/drawing/2014/main" id="{674A4D63-C17D-61AD-92F9-7D26A0D6E615}"/>
              </a:ext>
            </a:extLst>
          </p:cNvPr>
          <p:cNvPicPr>
            <a:picLocks noChangeAspect="1"/>
          </p:cNvPicPr>
          <p:nvPr/>
        </p:nvPicPr>
        <p:blipFill>
          <a:blip r:embed="rId2"/>
          <a:srcRect r="37327"/>
          <a:stretch/>
        </p:blipFill>
        <p:spPr>
          <a:xfrm>
            <a:off x="4550899" y="10"/>
            <a:ext cx="7641102" cy="6857990"/>
          </a:xfrm>
          <a:custGeom>
            <a:avLst/>
            <a:gdLst/>
            <a:ahLst/>
            <a:cxnLst/>
            <a:rect l="l" t="t" r="r" b="b"/>
            <a:pathLst>
              <a:path w="7641102" h="6858000">
                <a:moveTo>
                  <a:pt x="0" y="0"/>
                </a:moveTo>
                <a:lnTo>
                  <a:pt x="7641102" y="0"/>
                </a:lnTo>
                <a:lnTo>
                  <a:pt x="7641102" y="6858000"/>
                </a:lnTo>
                <a:lnTo>
                  <a:pt x="0" y="6858000"/>
                </a:lnTo>
                <a:close/>
              </a:path>
            </a:pathLst>
          </a:custGeom>
        </p:spPr>
      </p:pic>
    </p:spTree>
    <p:extLst>
      <p:ext uri="{BB962C8B-B14F-4D97-AF65-F5344CB8AC3E}">
        <p14:creationId xmlns:p14="http://schemas.microsoft.com/office/powerpoint/2010/main" val="22689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89F4D-3498-0E72-D068-29FC76160CC6}"/>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EDD937F5-5B21-3C06-7377-CF387EF83A09}"/>
              </a:ext>
            </a:extLst>
          </p:cNvPr>
          <p:cNvSpPr txBox="1">
            <a:spLocks/>
          </p:cNvSpPr>
          <p:nvPr/>
        </p:nvSpPr>
        <p:spPr>
          <a:xfrm>
            <a:off x="548211" y="931333"/>
            <a:ext cx="11091600" cy="880533"/>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a:lstStyle>
          <a:p>
            <a:pPr algn="ctr"/>
            <a:r>
              <a:rPr lang="es-MX" b="1" dirty="0">
                <a:solidFill>
                  <a:schemeClr val="bg2"/>
                </a:solidFill>
                <a:latin typeface="Galvji" panose="020B0504020202020204" pitchFamily="34" charset="77"/>
              </a:rPr>
              <a:t>Resumen</a:t>
            </a:r>
            <a:endParaRPr lang="es-CL" b="1" dirty="0">
              <a:solidFill>
                <a:schemeClr val="bg2"/>
              </a:solidFill>
              <a:latin typeface="Galvji" panose="020B0504020202020204" pitchFamily="34" charset="77"/>
            </a:endParaRPr>
          </a:p>
        </p:txBody>
      </p:sp>
      <p:graphicFrame>
        <p:nvGraphicFramePr>
          <p:cNvPr id="9" name="Diagrama 8">
            <a:extLst>
              <a:ext uri="{FF2B5EF4-FFF2-40B4-BE49-F238E27FC236}">
                <a16:creationId xmlns:a16="http://schemas.microsoft.com/office/drawing/2014/main" id="{519DDCF9-F9B2-28E5-8D42-76754C490435}"/>
              </a:ext>
            </a:extLst>
          </p:cNvPr>
          <p:cNvGraphicFramePr/>
          <p:nvPr>
            <p:extLst>
              <p:ext uri="{D42A27DB-BD31-4B8C-83A1-F6EECF244321}">
                <p14:modId xmlns:p14="http://schemas.microsoft.com/office/powerpoint/2010/main" val="32465124"/>
              </p:ext>
            </p:extLst>
          </p:nvPr>
        </p:nvGraphicFramePr>
        <p:xfrm>
          <a:off x="548210" y="1210747"/>
          <a:ext cx="10822941"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7574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496EE3-B6F4-4CD0-93FE-5E24CADD0167}"/>
              </a:ext>
            </a:extLst>
          </p:cNvPr>
          <p:cNvSpPr>
            <a:spLocks noGrp="1"/>
          </p:cNvSpPr>
          <p:nvPr>
            <p:ph type="title"/>
          </p:nvPr>
        </p:nvSpPr>
        <p:spPr>
          <a:xfrm>
            <a:off x="448733" y="889000"/>
            <a:ext cx="11294534" cy="889000"/>
          </a:xfrm>
        </p:spPr>
        <p:txBody>
          <a:bodyPr wrap="square" anchor="t">
            <a:normAutofit/>
          </a:bodyPr>
          <a:lstStyle/>
          <a:p>
            <a:pPr algn="ctr"/>
            <a:r>
              <a:rPr lang="es-MX" sz="4800" b="1" dirty="0">
                <a:latin typeface="Galvji" panose="020B0504020202020204" pitchFamily="34" charset="77"/>
              </a:rPr>
              <a:t>Objetivo</a:t>
            </a:r>
            <a:endParaRPr lang="es-CL" sz="4800" b="1" dirty="0">
              <a:latin typeface="Galvji" panose="020B0504020202020204" pitchFamily="34" charset="77"/>
            </a:endParaRPr>
          </a:p>
        </p:txBody>
      </p:sp>
      <p:sp>
        <p:nvSpPr>
          <p:cNvPr id="4" name="CuadroTexto 3">
            <a:extLst>
              <a:ext uri="{FF2B5EF4-FFF2-40B4-BE49-F238E27FC236}">
                <a16:creationId xmlns:a16="http://schemas.microsoft.com/office/drawing/2014/main" id="{AF35D877-6F92-B43C-C03B-D4A51E1CE5BA}"/>
              </a:ext>
            </a:extLst>
          </p:cNvPr>
          <p:cNvSpPr txBox="1"/>
          <p:nvPr/>
        </p:nvSpPr>
        <p:spPr>
          <a:xfrm>
            <a:off x="3106127" y="2336800"/>
            <a:ext cx="6258005" cy="2246769"/>
          </a:xfrm>
          <a:prstGeom prst="rect">
            <a:avLst/>
          </a:prstGeom>
          <a:noFill/>
        </p:spPr>
        <p:txBody>
          <a:bodyPr wrap="square" rtlCol="0">
            <a:spAutoFit/>
          </a:bodyPr>
          <a:lstStyle/>
          <a:p>
            <a:pPr marL="0" indent="0" algn="just">
              <a:buNone/>
            </a:pPr>
            <a:r>
              <a:rPr lang="es-419" b="1" dirty="0">
                <a:latin typeface="Galvji" panose="020B0504020202020204" pitchFamily="34" charset="77"/>
              </a:rPr>
              <a:t>​</a:t>
            </a:r>
            <a:r>
              <a:rPr lang="es-419" sz="2000" dirty="0">
                <a:latin typeface="Galvji" panose="020B0504020202020204" pitchFamily="34" charset="77"/>
              </a:rPr>
              <a:t>Por medio de los conocimientos adquiridos durante el curso buscamos aplicar lo visto, con el objetivo de responder la hipótesis: </a:t>
            </a:r>
          </a:p>
          <a:p>
            <a:pPr marL="0" indent="0" algn="just">
              <a:buNone/>
            </a:pPr>
            <a:endParaRPr lang="es-419" sz="2000" dirty="0">
              <a:latin typeface="Galvji" panose="020B0504020202020204" pitchFamily="34" charset="77"/>
            </a:endParaRPr>
          </a:p>
          <a:p>
            <a:pPr marL="0" indent="0" algn="ctr">
              <a:buNone/>
            </a:pPr>
            <a:r>
              <a:rPr lang="es-419" sz="2000" i="1" dirty="0">
                <a:latin typeface="Galvji" panose="020B0504020202020204" pitchFamily="34" charset="77"/>
              </a:rPr>
              <a:t>“El precio de una propiedad depende de forma lineal del número de habitación y del índice de vulnerabilidad del sector”. </a:t>
            </a:r>
            <a:endParaRPr lang="es-419" i="1" dirty="0">
              <a:latin typeface="Galvji" panose="020B0504020202020204" pitchFamily="34" charset="77"/>
            </a:endParaRPr>
          </a:p>
        </p:txBody>
      </p:sp>
    </p:spTree>
    <p:extLst>
      <p:ext uri="{BB962C8B-B14F-4D97-AF65-F5344CB8AC3E}">
        <p14:creationId xmlns:p14="http://schemas.microsoft.com/office/powerpoint/2010/main" val="373487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2DD2BB2-6C04-51A1-D798-1ACE28E3F4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50932C-CC32-8BDE-9FDC-BFDACCDA51B1}"/>
              </a:ext>
            </a:extLst>
          </p:cNvPr>
          <p:cNvSpPr>
            <a:spLocks noGrp="1"/>
          </p:cNvSpPr>
          <p:nvPr>
            <p:ph type="title"/>
          </p:nvPr>
        </p:nvSpPr>
        <p:spPr>
          <a:xfrm>
            <a:off x="448733" y="889000"/>
            <a:ext cx="11294534" cy="889000"/>
          </a:xfrm>
        </p:spPr>
        <p:txBody>
          <a:bodyPr wrap="square" anchor="t">
            <a:normAutofit/>
          </a:bodyPr>
          <a:lstStyle/>
          <a:p>
            <a:pPr algn="ctr"/>
            <a:r>
              <a:rPr lang="es-MX" sz="4800" b="1" dirty="0">
                <a:latin typeface="Galvji" panose="020B0504020202020204" pitchFamily="34" charset="77"/>
              </a:rPr>
              <a:t>ROLES</a:t>
            </a:r>
            <a:endParaRPr lang="es-CL" sz="4800" b="1" dirty="0">
              <a:latin typeface="Galvji" panose="020B0504020202020204" pitchFamily="34" charset="77"/>
            </a:endParaRPr>
          </a:p>
        </p:txBody>
      </p:sp>
      <p:sp>
        <p:nvSpPr>
          <p:cNvPr id="4" name="CuadroTexto 3">
            <a:extLst>
              <a:ext uri="{FF2B5EF4-FFF2-40B4-BE49-F238E27FC236}">
                <a16:creationId xmlns:a16="http://schemas.microsoft.com/office/drawing/2014/main" id="{037B3AE6-4B0A-2F76-37C2-4D313F0286E7}"/>
              </a:ext>
            </a:extLst>
          </p:cNvPr>
          <p:cNvSpPr txBox="1"/>
          <p:nvPr/>
        </p:nvSpPr>
        <p:spPr>
          <a:xfrm>
            <a:off x="448733" y="2336800"/>
            <a:ext cx="11294534" cy="3416320"/>
          </a:xfrm>
          <a:prstGeom prst="rect">
            <a:avLst/>
          </a:prstGeom>
          <a:noFill/>
        </p:spPr>
        <p:txBody>
          <a:bodyPr wrap="square" rtlCol="0">
            <a:spAutoFit/>
          </a:bodyPr>
          <a:lstStyle/>
          <a:p>
            <a:pPr algn="just" fontAlgn="base"/>
            <a:r>
              <a:rPr lang="es-ES" b="0" i="0" dirty="0">
                <a:solidFill>
                  <a:srgbClr val="000000"/>
                </a:solidFill>
                <a:effectLst/>
                <a:latin typeface="inherit"/>
              </a:rPr>
              <a:t>• Sebastián Galindo: Análisis de datos y desarrollo de modelos.</a:t>
            </a:r>
          </a:p>
          <a:p>
            <a:pPr algn="just" fontAlgn="base"/>
            <a:endParaRPr lang="es-ES" dirty="0">
              <a:solidFill>
                <a:srgbClr val="000000"/>
              </a:solidFill>
              <a:latin typeface="inherit"/>
            </a:endParaRPr>
          </a:p>
          <a:p>
            <a:pPr algn="just" fontAlgn="base"/>
            <a:r>
              <a:rPr lang="es-ES" b="0" i="0" dirty="0">
                <a:solidFill>
                  <a:srgbClr val="000000"/>
                </a:solidFill>
                <a:effectLst/>
                <a:latin typeface="inherit"/>
              </a:rPr>
              <a:t>•Felipe Osses: Recolección y limpieza de datos.</a:t>
            </a:r>
          </a:p>
          <a:p>
            <a:pPr algn="just" fontAlgn="base"/>
            <a:endParaRPr lang="es-ES" b="0" i="0" dirty="0">
              <a:solidFill>
                <a:srgbClr val="000000"/>
              </a:solidFill>
              <a:effectLst/>
              <a:latin typeface="inherit"/>
            </a:endParaRPr>
          </a:p>
          <a:p>
            <a:pPr algn="just" fontAlgn="base"/>
            <a:r>
              <a:rPr lang="es-ES" b="0" i="0" dirty="0">
                <a:solidFill>
                  <a:srgbClr val="000000"/>
                </a:solidFill>
                <a:effectLst/>
                <a:latin typeface="inherit"/>
              </a:rPr>
              <a:t>• Catalina </a:t>
            </a:r>
            <a:r>
              <a:rPr lang="es-ES" b="0" i="0" dirty="0" err="1">
                <a:solidFill>
                  <a:srgbClr val="000000"/>
                </a:solidFill>
                <a:effectLst/>
                <a:latin typeface="inherit"/>
              </a:rPr>
              <a:t>Broughton</a:t>
            </a:r>
            <a:r>
              <a:rPr lang="es-ES" b="0" i="0" dirty="0">
                <a:solidFill>
                  <a:srgbClr val="000000"/>
                </a:solidFill>
                <a:effectLst/>
                <a:latin typeface="inherit"/>
              </a:rPr>
              <a:t>: Visualización de datos y generación de informes.</a:t>
            </a:r>
          </a:p>
          <a:p>
            <a:pPr algn="just" fontAlgn="base"/>
            <a:endParaRPr lang="es-ES" b="0" i="0" dirty="0">
              <a:solidFill>
                <a:srgbClr val="000000"/>
              </a:solidFill>
              <a:effectLst/>
              <a:latin typeface="inherit"/>
            </a:endParaRPr>
          </a:p>
          <a:p>
            <a:pPr algn="just" fontAlgn="base"/>
            <a:r>
              <a:rPr lang="es-ES" b="0" i="0" dirty="0">
                <a:solidFill>
                  <a:srgbClr val="000000"/>
                </a:solidFill>
                <a:effectLst/>
                <a:latin typeface="inherit"/>
              </a:rPr>
              <a:t>• Alicia Morales: Coordinación del proyecto y presentación de resultados</a:t>
            </a:r>
          </a:p>
          <a:p>
            <a:pPr algn="just" fontAlgn="base"/>
            <a:endParaRPr lang="es-ES" b="0" i="0" dirty="0">
              <a:solidFill>
                <a:srgbClr val="000000"/>
              </a:solidFill>
              <a:effectLst/>
              <a:latin typeface="inherit"/>
            </a:endParaRPr>
          </a:p>
          <a:p>
            <a:pPr algn="just" fontAlgn="base"/>
            <a:r>
              <a:rPr lang="es-ES" b="0" i="0" dirty="0">
                <a:solidFill>
                  <a:srgbClr val="000000"/>
                </a:solidFill>
                <a:effectLst/>
                <a:latin typeface="inherit"/>
              </a:rPr>
              <a:t>Como equipo, definimos los roles individuales y planificamos cada fase del proyecto, estableciendo entregas parciales a través de una carta Gantt. Además, creamos un repositorio compartido en GitHub para gestionar los </a:t>
            </a:r>
            <a:r>
              <a:rPr lang="es-ES" b="0" i="0" dirty="0" err="1">
                <a:solidFill>
                  <a:srgbClr val="000000"/>
                </a:solidFill>
                <a:effectLst/>
                <a:latin typeface="inherit"/>
              </a:rPr>
              <a:t>commits</a:t>
            </a:r>
            <a:r>
              <a:rPr lang="es-ES" b="0" i="0" dirty="0">
                <a:solidFill>
                  <a:srgbClr val="000000"/>
                </a:solidFill>
                <a:effectLst/>
                <a:latin typeface="inherit"/>
              </a:rPr>
              <a:t> y registrar los avances de manera colaborativa.</a:t>
            </a:r>
          </a:p>
          <a:p>
            <a:pPr marL="0" indent="0" algn="just">
              <a:buNone/>
            </a:pPr>
            <a:endParaRPr lang="es-419" i="1" dirty="0">
              <a:latin typeface="Galvji" panose="020B0504020202020204" pitchFamily="34" charset="77"/>
            </a:endParaRPr>
          </a:p>
        </p:txBody>
      </p:sp>
    </p:spTree>
    <p:extLst>
      <p:ext uri="{BB962C8B-B14F-4D97-AF65-F5344CB8AC3E}">
        <p14:creationId xmlns:p14="http://schemas.microsoft.com/office/powerpoint/2010/main" val="2377056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BCD748-7EF0-58D8-2FFA-879074F43BF6}"/>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033" name="Rectangle 1032">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035" name="Rectangle 1034">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1037" name="Rectangle 1036">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L"/>
          </a:p>
        </p:txBody>
      </p:sp>
      <p:sp>
        <p:nvSpPr>
          <p:cNvPr id="2" name="Título 1">
            <a:extLst>
              <a:ext uri="{FF2B5EF4-FFF2-40B4-BE49-F238E27FC236}">
                <a16:creationId xmlns:a16="http://schemas.microsoft.com/office/drawing/2014/main" id="{E08F3C3C-153B-CA95-877D-C3F1077E71AC}"/>
              </a:ext>
            </a:extLst>
          </p:cNvPr>
          <p:cNvSpPr>
            <a:spLocks noGrp="1"/>
          </p:cNvSpPr>
          <p:nvPr>
            <p:ph type="title"/>
          </p:nvPr>
        </p:nvSpPr>
        <p:spPr>
          <a:xfrm>
            <a:off x="581191" y="4610099"/>
            <a:ext cx="10993549" cy="1066801"/>
          </a:xfrm>
        </p:spPr>
        <p:txBody>
          <a:bodyPr vert="horz" lIns="91440" tIns="45720" rIns="91440" bIns="45720" rtlCol="0" anchor="b" anchorCtr="0">
            <a:normAutofit/>
          </a:bodyPr>
          <a:lstStyle/>
          <a:p>
            <a:pPr algn="ctr"/>
            <a:r>
              <a:rPr lang="en-US" sz="4800" dirty="0">
                <a:solidFill>
                  <a:srgbClr val="FFFFFF"/>
                </a:solidFill>
              </a:rPr>
              <a:t>Carta Gantt</a:t>
            </a:r>
          </a:p>
        </p:txBody>
      </p:sp>
      <p:sp useBgFill="1">
        <p:nvSpPr>
          <p:cNvPr id="1039" name="Rectangle 1038">
            <a:extLst>
              <a:ext uri="{FF2B5EF4-FFF2-40B4-BE49-F238E27FC236}">
                <a16:creationId xmlns:a16="http://schemas.microsoft.com/office/drawing/2014/main" id="{B1A515B1-A9B3-49B0-AE0D-D038D42C21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Escala de tiempo&#10;&#10;Descripción generada automáticamente">
            <a:extLst>
              <a:ext uri="{FF2B5EF4-FFF2-40B4-BE49-F238E27FC236}">
                <a16:creationId xmlns:a16="http://schemas.microsoft.com/office/drawing/2014/main" id="{F6D52CFE-3392-3BB6-A5B0-A61D9C32BBD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43883" y="873444"/>
            <a:ext cx="11265764" cy="3267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055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8631F-52B2-E750-1A06-4215C513556E}"/>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A8600DB-33FE-5EBB-BE3D-68C67D757CAE}"/>
              </a:ext>
            </a:extLst>
          </p:cNvPr>
          <p:cNvSpPr txBox="1">
            <a:spLocks/>
          </p:cNvSpPr>
          <p:nvPr/>
        </p:nvSpPr>
        <p:spPr>
          <a:xfrm>
            <a:off x="548211" y="778933"/>
            <a:ext cx="11091600" cy="1097814"/>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a:lstStyle>
          <a:p>
            <a:pPr algn="ctr"/>
            <a:r>
              <a:rPr lang="es-MX" b="1" dirty="0" err="1">
                <a:solidFill>
                  <a:schemeClr val="bg2"/>
                </a:solidFill>
                <a:latin typeface="Galvji" panose="020B0504020202020204" pitchFamily="34" charset="77"/>
              </a:rPr>
              <a:t>Desing</a:t>
            </a:r>
            <a:r>
              <a:rPr lang="es-MX" b="1" dirty="0">
                <a:solidFill>
                  <a:schemeClr val="bg2"/>
                </a:solidFill>
                <a:latin typeface="Galvji" panose="020B0504020202020204" pitchFamily="34" charset="77"/>
              </a:rPr>
              <a:t> </a:t>
            </a:r>
            <a:r>
              <a:rPr lang="es-MX" b="1" dirty="0" err="1">
                <a:solidFill>
                  <a:schemeClr val="bg2"/>
                </a:solidFill>
                <a:latin typeface="Galvji" panose="020B0504020202020204" pitchFamily="34" charset="77"/>
              </a:rPr>
              <a:t>Thinking</a:t>
            </a:r>
            <a:endParaRPr lang="es-CL" b="1" dirty="0">
              <a:solidFill>
                <a:schemeClr val="bg2"/>
              </a:solidFill>
              <a:latin typeface="Galvji" panose="020B0504020202020204" pitchFamily="34" charset="77"/>
            </a:endParaRPr>
          </a:p>
        </p:txBody>
      </p:sp>
      <p:graphicFrame>
        <p:nvGraphicFramePr>
          <p:cNvPr id="5" name="Marcador de contenido 4">
            <a:extLst>
              <a:ext uri="{FF2B5EF4-FFF2-40B4-BE49-F238E27FC236}">
                <a16:creationId xmlns:a16="http://schemas.microsoft.com/office/drawing/2014/main" id="{8A5EECE9-B6B6-E362-B716-72C53A2BCF3D}"/>
              </a:ext>
            </a:extLst>
          </p:cNvPr>
          <p:cNvGraphicFramePr>
            <a:graphicFrameLocks noGrp="1"/>
          </p:cNvGraphicFramePr>
          <p:nvPr>
            <p:ph idx="1"/>
            <p:extLst>
              <p:ext uri="{D42A27DB-BD31-4B8C-83A1-F6EECF244321}">
                <p14:modId xmlns:p14="http://schemas.microsoft.com/office/powerpoint/2010/main" val="4032867246"/>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3763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A88ADA3-731F-C541-B0AF-E8467A898372}"/>
              </a:ext>
            </a:extLst>
          </p:cNvPr>
          <p:cNvSpPr txBox="1">
            <a:spLocks/>
          </p:cNvSpPr>
          <p:nvPr/>
        </p:nvSpPr>
        <p:spPr>
          <a:xfrm>
            <a:off x="548211" y="761999"/>
            <a:ext cx="11091600" cy="1114747"/>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a:lstStyle>
          <a:p>
            <a:pPr algn="ctr"/>
            <a:r>
              <a:rPr lang="es-MX" b="1" dirty="0">
                <a:solidFill>
                  <a:schemeClr val="bg2"/>
                </a:solidFill>
                <a:latin typeface="Galvji" panose="020B0504020202020204" pitchFamily="34" charset="77"/>
              </a:rPr>
              <a:t>Descripción del </a:t>
            </a:r>
            <a:r>
              <a:rPr lang="es-MX" b="1" dirty="0" err="1">
                <a:solidFill>
                  <a:schemeClr val="bg2"/>
                </a:solidFill>
                <a:latin typeface="Galvji" panose="020B0504020202020204" pitchFamily="34" charset="77"/>
              </a:rPr>
              <a:t>Datasets</a:t>
            </a:r>
            <a:endParaRPr lang="es-CL" b="1" dirty="0">
              <a:solidFill>
                <a:schemeClr val="bg2"/>
              </a:solidFill>
              <a:latin typeface="Galvji" panose="020B0504020202020204" pitchFamily="34" charset="77"/>
            </a:endParaRPr>
          </a:p>
        </p:txBody>
      </p:sp>
      <p:sp>
        <p:nvSpPr>
          <p:cNvPr id="2" name="CuadroTexto 1">
            <a:extLst>
              <a:ext uri="{FF2B5EF4-FFF2-40B4-BE49-F238E27FC236}">
                <a16:creationId xmlns:a16="http://schemas.microsoft.com/office/drawing/2014/main" id="{890222B7-C77E-2F13-1C12-D94583417196}"/>
              </a:ext>
            </a:extLst>
          </p:cNvPr>
          <p:cNvSpPr txBox="1"/>
          <p:nvPr/>
        </p:nvSpPr>
        <p:spPr>
          <a:xfrm>
            <a:off x="345011" y="1948510"/>
            <a:ext cx="4083056" cy="1323439"/>
          </a:xfrm>
          <a:prstGeom prst="rect">
            <a:avLst/>
          </a:prstGeom>
          <a:noFill/>
        </p:spPr>
        <p:txBody>
          <a:bodyPr wrap="square" rtlCol="0">
            <a:spAutoFit/>
          </a:bodyPr>
          <a:lstStyle/>
          <a:p>
            <a:pPr marL="0" indent="0">
              <a:buNone/>
            </a:pPr>
            <a:r>
              <a:rPr lang="es-419" sz="1600" b="1" dirty="0">
                <a:latin typeface="Galvji" panose="020B0504020202020204" pitchFamily="34" charset="77"/>
              </a:rPr>
              <a:t>​Información relevante: </a:t>
            </a:r>
          </a:p>
          <a:p>
            <a:pPr marL="0" indent="0">
              <a:buNone/>
            </a:pPr>
            <a:r>
              <a:rPr lang="es-419" sz="1600" dirty="0">
                <a:latin typeface="Galvji" panose="020B0504020202020204" pitchFamily="34" charset="77"/>
              </a:rPr>
              <a:t>Se refiere a los valores de las viviendas en los suburbios de Boston. </a:t>
            </a:r>
          </a:p>
          <a:p>
            <a:pPr marL="0" indent="0">
              <a:buNone/>
            </a:pPr>
            <a:r>
              <a:rPr lang="es-419" sz="1600" b="1" dirty="0">
                <a:latin typeface="Galvji" panose="020B0504020202020204" pitchFamily="34" charset="77"/>
              </a:rPr>
              <a:t>Número de instancias: </a:t>
            </a:r>
            <a:r>
              <a:rPr lang="es-419" sz="1600" dirty="0">
                <a:latin typeface="Galvji" panose="020B0504020202020204" pitchFamily="34" charset="77"/>
              </a:rPr>
              <a:t>509 </a:t>
            </a:r>
          </a:p>
          <a:p>
            <a:pPr marL="0" indent="0">
              <a:buNone/>
            </a:pPr>
            <a:r>
              <a:rPr lang="es-419" sz="1600" dirty="0">
                <a:latin typeface="Galvji" panose="020B0504020202020204" pitchFamily="34" charset="77"/>
              </a:rPr>
              <a:t>​</a:t>
            </a:r>
            <a:r>
              <a:rPr lang="es-419" sz="1600" b="1" dirty="0">
                <a:latin typeface="Galvji" panose="020B0504020202020204" pitchFamily="34" charset="77"/>
              </a:rPr>
              <a:t>Número de columnas: </a:t>
            </a:r>
            <a:r>
              <a:rPr lang="es-419" sz="1600" dirty="0">
                <a:latin typeface="Galvji" panose="020B0504020202020204" pitchFamily="34" charset="77"/>
              </a:rPr>
              <a:t>14 </a:t>
            </a:r>
          </a:p>
        </p:txBody>
      </p:sp>
      <p:sp>
        <p:nvSpPr>
          <p:cNvPr id="3" name="CuadroTexto 2">
            <a:extLst>
              <a:ext uri="{FF2B5EF4-FFF2-40B4-BE49-F238E27FC236}">
                <a16:creationId xmlns:a16="http://schemas.microsoft.com/office/drawing/2014/main" id="{49CACAA6-434A-B478-FD39-168976E70581}"/>
              </a:ext>
            </a:extLst>
          </p:cNvPr>
          <p:cNvSpPr txBox="1"/>
          <p:nvPr/>
        </p:nvSpPr>
        <p:spPr>
          <a:xfrm>
            <a:off x="4808317" y="1886389"/>
            <a:ext cx="7197417" cy="5047536"/>
          </a:xfrm>
          <a:prstGeom prst="rect">
            <a:avLst/>
          </a:prstGeom>
          <a:noFill/>
        </p:spPr>
        <p:txBody>
          <a:bodyPr wrap="square" rtlCol="0">
            <a:spAutoFit/>
          </a:bodyPr>
          <a:lstStyle/>
          <a:p>
            <a:pPr marL="0" indent="0">
              <a:lnSpc>
                <a:spcPct val="100000"/>
              </a:lnSpc>
              <a:buNone/>
            </a:pPr>
            <a:r>
              <a:rPr lang="es-419" sz="1600" dirty="0">
                <a:latin typeface="Galvji" panose="020B0504020202020204" pitchFamily="34" charset="77"/>
              </a:rPr>
              <a:t>​</a:t>
            </a:r>
            <a:r>
              <a:rPr lang="es-419" sz="1600" b="1" dirty="0">
                <a:latin typeface="Galvji" panose="020B0504020202020204" pitchFamily="34" charset="77"/>
              </a:rPr>
              <a:t>Descripción de la DataSet:  </a:t>
            </a:r>
          </a:p>
          <a:p>
            <a:pPr marL="0" indent="0">
              <a:lnSpc>
                <a:spcPct val="100000"/>
              </a:lnSpc>
              <a:buNone/>
            </a:pPr>
            <a:endParaRPr lang="es-419" sz="1600" b="1" dirty="0">
              <a:latin typeface="Galvji" panose="020B0504020202020204" pitchFamily="34" charset="77"/>
            </a:endParaRPr>
          </a:p>
          <a:p>
            <a:pPr marL="0" indent="0">
              <a:lnSpc>
                <a:spcPct val="100000"/>
              </a:lnSpc>
              <a:buNone/>
            </a:pPr>
            <a:r>
              <a:rPr lang="es-419" sz="1600" dirty="0">
                <a:latin typeface="Galvji" panose="020B0504020202020204" pitchFamily="34" charset="77"/>
              </a:rPr>
              <a:t>​• CRIM: tasa de criminalidad per cápita por ciudad. </a:t>
            </a:r>
          </a:p>
          <a:p>
            <a:pPr marL="0" indent="0">
              <a:lnSpc>
                <a:spcPct val="100000"/>
              </a:lnSpc>
              <a:buNone/>
            </a:pPr>
            <a:r>
              <a:rPr lang="es-419" sz="1600" dirty="0">
                <a:latin typeface="Galvji" panose="020B0504020202020204" pitchFamily="34" charset="77"/>
              </a:rPr>
              <a:t>​• ZN: proporción de tierra residencial zonificada para lotes de más de 25.000 pies cuadrados. </a:t>
            </a:r>
          </a:p>
          <a:p>
            <a:pPr marL="0" indent="0">
              <a:lnSpc>
                <a:spcPct val="100000"/>
              </a:lnSpc>
              <a:buNone/>
            </a:pPr>
            <a:r>
              <a:rPr lang="es-419" sz="1600" dirty="0">
                <a:latin typeface="Galvji" panose="020B0504020202020204" pitchFamily="34" charset="77"/>
              </a:rPr>
              <a:t>​• INDUS: Proporción de negocios no-retail por sector. </a:t>
            </a:r>
          </a:p>
          <a:p>
            <a:pPr marL="0" indent="0">
              <a:lnSpc>
                <a:spcPct val="100000"/>
              </a:lnSpc>
              <a:buNone/>
            </a:pPr>
            <a:r>
              <a:rPr lang="es-419" sz="1600" dirty="0">
                <a:latin typeface="Galvji" panose="020B0504020202020204" pitchFamily="34" charset="77"/>
              </a:rPr>
              <a:t>​• CHAS: variable ficticia de Charles River (= 1 si el lote limita con el río; 0 en caso contrario). </a:t>
            </a:r>
          </a:p>
          <a:p>
            <a:pPr marL="0" indent="0">
              <a:lnSpc>
                <a:spcPct val="100000"/>
              </a:lnSpc>
              <a:buNone/>
            </a:pPr>
            <a:r>
              <a:rPr lang="es-419" sz="1600" dirty="0">
                <a:latin typeface="Galvji" panose="020B0504020202020204" pitchFamily="34" charset="77"/>
              </a:rPr>
              <a:t>• NOX: concentración de óxidos nítricos (partes por 10 millones). </a:t>
            </a:r>
          </a:p>
          <a:p>
            <a:pPr marL="0" indent="0">
              <a:lnSpc>
                <a:spcPct val="100000"/>
              </a:lnSpc>
              <a:buNone/>
            </a:pPr>
            <a:r>
              <a:rPr lang="es-419" sz="1600" dirty="0">
                <a:latin typeface="Galvji" panose="020B0504020202020204" pitchFamily="34" charset="77"/>
              </a:rPr>
              <a:t>​• RM: número promedio de habitaciones por vivienda. </a:t>
            </a:r>
          </a:p>
          <a:p>
            <a:pPr marL="0" indent="0">
              <a:lnSpc>
                <a:spcPct val="100000"/>
              </a:lnSpc>
              <a:buNone/>
            </a:pPr>
            <a:r>
              <a:rPr lang="es-419" sz="1600" dirty="0">
                <a:latin typeface="Galvji" panose="020B0504020202020204" pitchFamily="34" charset="77"/>
              </a:rPr>
              <a:t>​• AGE: proporción de unidades ocupadas por sus propietarios construidas antes de 1940. </a:t>
            </a:r>
          </a:p>
          <a:p>
            <a:pPr marL="0" indent="0">
              <a:lnSpc>
                <a:spcPct val="100000"/>
              </a:lnSpc>
              <a:buNone/>
            </a:pPr>
            <a:r>
              <a:rPr lang="es-419" sz="1600" dirty="0">
                <a:latin typeface="Galvji" panose="020B0504020202020204" pitchFamily="34" charset="77"/>
              </a:rPr>
              <a:t>​• DIS: Distancias ponderadas a cinco centros de empleo de Boston </a:t>
            </a:r>
          </a:p>
          <a:p>
            <a:pPr marL="0" indent="0">
              <a:lnSpc>
                <a:spcPct val="100000"/>
              </a:lnSpc>
              <a:buNone/>
            </a:pPr>
            <a:r>
              <a:rPr lang="es-419" sz="1600" dirty="0">
                <a:latin typeface="Galvji" panose="020B0504020202020204" pitchFamily="34" charset="77"/>
              </a:rPr>
              <a:t>​• RAD: Índice de accesibilidad a carreteras radiales </a:t>
            </a:r>
          </a:p>
          <a:p>
            <a:pPr marL="0" indent="0">
              <a:lnSpc>
                <a:spcPct val="100000"/>
              </a:lnSpc>
              <a:buNone/>
            </a:pPr>
            <a:r>
              <a:rPr lang="es-419" sz="1600" dirty="0">
                <a:latin typeface="Galvji" panose="020B0504020202020204" pitchFamily="34" charset="77"/>
              </a:rPr>
              <a:t>​• TAX: Tasa de impuesto a la propiedad de valor total por $ 10,000 </a:t>
            </a:r>
          </a:p>
          <a:p>
            <a:pPr marL="0" indent="0">
              <a:lnSpc>
                <a:spcPct val="100000"/>
              </a:lnSpc>
              <a:buNone/>
            </a:pPr>
            <a:r>
              <a:rPr lang="es-419" sz="1600" dirty="0">
                <a:latin typeface="Galvji" panose="020B0504020202020204" pitchFamily="34" charset="77"/>
              </a:rPr>
              <a:t>​• PTRATIO: Proporción alumno-profesor por ciudad. </a:t>
            </a:r>
          </a:p>
          <a:p>
            <a:pPr marL="0" indent="0">
              <a:lnSpc>
                <a:spcPct val="100000"/>
              </a:lnSpc>
              <a:buNone/>
            </a:pPr>
            <a:r>
              <a:rPr lang="es-419" sz="1600" dirty="0">
                <a:latin typeface="Galvji" panose="020B0504020202020204" pitchFamily="34" charset="77"/>
              </a:rPr>
              <a:t>​• B: B: 1000(Bk - 0,63)^2 donde Bk es la proporción de negros por ciudad. </a:t>
            </a:r>
          </a:p>
          <a:p>
            <a:pPr marL="0" indent="0">
              <a:lnSpc>
                <a:spcPct val="100000"/>
              </a:lnSpc>
              <a:buNone/>
            </a:pPr>
            <a:r>
              <a:rPr lang="es-419" sz="1600" dirty="0">
                <a:latin typeface="Galvji" panose="020B0504020202020204" pitchFamily="34" charset="77"/>
              </a:rPr>
              <a:t>​• LSTAT: Porcentaje de la población con menor estatus. </a:t>
            </a:r>
          </a:p>
          <a:p>
            <a:pPr marL="0" indent="0">
              <a:lnSpc>
                <a:spcPct val="100000"/>
              </a:lnSpc>
              <a:buNone/>
            </a:pPr>
            <a:r>
              <a:rPr lang="es-419" sz="1600" dirty="0">
                <a:latin typeface="Galvji" panose="020B0504020202020204" pitchFamily="34" charset="77"/>
              </a:rPr>
              <a:t>​• MEDV: Valor medio de las viviendas en 1000 US </a:t>
            </a:r>
            <a:endParaRPr lang="es-CL" sz="1600" dirty="0">
              <a:latin typeface="Galvji" panose="020B0504020202020204" pitchFamily="34" charset="77"/>
            </a:endParaRPr>
          </a:p>
          <a:p>
            <a:endParaRPr lang="es-CL" dirty="0"/>
          </a:p>
        </p:txBody>
      </p:sp>
    </p:spTree>
    <p:extLst>
      <p:ext uri="{BB962C8B-B14F-4D97-AF65-F5344CB8AC3E}">
        <p14:creationId xmlns:p14="http://schemas.microsoft.com/office/powerpoint/2010/main" val="3766446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B77039-8131-2742-B590-DA3A5752AFF5}"/>
              </a:ext>
            </a:extLst>
          </p:cNvPr>
          <p:cNvSpPr>
            <a:spLocks noGrp="1"/>
          </p:cNvSpPr>
          <p:nvPr>
            <p:ph type="title"/>
          </p:nvPr>
        </p:nvSpPr>
        <p:spPr>
          <a:xfrm>
            <a:off x="581192" y="819150"/>
            <a:ext cx="11029616" cy="800100"/>
          </a:xfrm>
        </p:spPr>
        <p:txBody>
          <a:bodyPr>
            <a:noAutofit/>
          </a:bodyPr>
          <a:lstStyle/>
          <a:p>
            <a:pPr algn="ctr"/>
            <a:r>
              <a:rPr lang="es-CL" sz="4800" b="1" dirty="0">
                <a:latin typeface="Galvji" panose="020B0504020202020204" pitchFamily="34" charset="77"/>
              </a:rPr>
              <a:t>Limpieza de Datos</a:t>
            </a:r>
          </a:p>
        </p:txBody>
      </p:sp>
      <p:pic>
        <p:nvPicPr>
          <p:cNvPr id="4" name="Marcador de contenido 3">
            <a:extLst>
              <a:ext uri="{FF2B5EF4-FFF2-40B4-BE49-F238E27FC236}">
                <a16:creationId xmlns:a16="http://schemas.microsoft.com/office/drawing/2014/main" id="{973275C5-82C1-24D5-8728-148E63E7BAF9}"/>
              </a:ext>
            </a:extLst>
          </p:cNvPr>
          <p:cNvPicPr>
            <a:picLocks noGrp="1" noChangeAspect="1"/>
          </p:cNvPicPr>
          <p:nvPr>
            <p:ph idx="1"/>
          </p:nvPr>
        </p:nvPicPr>
        <p:blipFill>
          <a:blip r:embed="rId2"/>
          <a:stretch>
            <a:fillRect/>
          </a:stretch>
        </p:blipFill>
        <p:spPr>
          <a:xfrm>
            <a:off x="1428014" y="1881275"/>
            <a:ext cx="8826306" cy="3979862"/>
          </a:xfrm>
          <a:prstGeom prst="rect">
            <a:avLst/>
          </a:prstGeom>
        </p:spPr>
      </p:pic>
    </p:spTree>
    <p:extLst>
      <p:ext uri="{BB962C8B-B14F-4D97-AF65-F5344CB8AC3E}">
        <p14:creationId xmlns:p14="http://schemas.microsoft.com/office/powerpoint/2010/main" val="3914259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1949D-C76D-D913-A953-A926A57793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363F9F-CC89-4902-F3A7-4A61F7E48EB4}"/>
              </a:ext>
            </a:extLst>
          </p:cNvPr>
          <p:cNvSpPr>
            <a:spLocks noGrp="1"/>
          </p:cNvSpPr>
          <p:nvPr>
            <p:ph type="title"/>
          </p:nvPr>
        </p:nvSpPr>
        <p:spPr>
          <a:xfrm>
            <a:off x="581192" y="702156"/>
            <a:ext cx="11029616" cy="917094"/>
          </a:xfrm>
        </p:spPr>
        <p:txBody>
          <a:bodyPr>
            <a:normAutofit/>
          </a:bodyPr>
          <a:lstStyle/>
          <a:p>
            <a:pPr algn="ctr"/>
            <a:r>
              <a:rPr lang="es-CL" sz="4800" b="1" dirty="0">
                <a:latin typeface="Galvji" panose="020B0504020202020204" pitchFamily="34" charset="77"/>
              </a:rPr>
              <a:t>Limpieza de Datos</a:t>
            </a:r>
          </a:p>
        </p:txBody>
      </p:sp>
      <p:pic>
        <p:nvPicPr>
          <p:cNvPr id="7" name="Marcador de contenido 6">
            <a:extLst>
              <a:ext uri="{FF2B5EF4-FFF2-40B4-BE49-F238E27FC236}">
                <a16:creationId xmlns:a16="http://schemas.microsoft.com/office/drawing/2014/main" id="{C12A38C4-4CB9-6784-0FFB-8AD2A88A1E23}"/>
              </a:ext>
            </a:extLst>
          </p:cNvPr>
          <p:cNvPicPr>
            <a:picLocks noGrp="1" noChangeAspect="1"/>
          </p:cNvPicPr>
          <p:nvPr>
            <p:ph idx="1"/>
          </p:nvPr>
        </p:nvPicPr>
        <p:blipFill>
          <a:blip r:embed="rId2"/>
          <a:stretch>
            <a:fillRect/>
          </a:stretch>
        </p:blipFill>
        <p:spPr>
          <a:xfrm>
            <a:off x="703492" y="2181225"/>
            <a:ext cx="10785016" cy="3678238"/>
          </a:xfrm>
          <a:prstGeom prst="rect">
            <a:avLst/>
          </a:prstGeom>
        </p:spPr>
      </p:pic>
    </p:spTree>
    <p:extLst>
      <p:ext uri="{BB962C8B-B14F-4D97-AF65-F5344CB8AC3E}">
        <p14:creationId xmlns:p14="http://schemas.microsoft.com/office/powerpoint/2010/main" val="3413367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9A168-F0BF-6147-A135-6505EB7437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77A078-E650-E609-12B3-E2F1182AA38F}"/>
              </a:ext>
            </a:extLst>
          </p:cNvPr>
          <p:cNvSpPr>
            <a:spLocks noGrp="1"/>
          </p:cNvSpPr>
          <p:nvPr>
            <p:ph type="title"/>
          </p:nvPr>
        </p:nvSpPr>
        <p:spPr>
          <a:xfrm>
            <a:off x="581192" y="702156"/>
            <a:ext cx="11029616" cy="926619"/>
          </a:xfrm>
        </p:spPr>
        <p:txBody>
          <a:bodyPr>
            <a:normAutofit/>
          </a:bodyPr>
          <a:lstStyle/>
          <a:p>
            <a:pPr algn="ctr"/>
            <a:r>
              <a:rPr lang="es-CL" sz="4800" b="1" dirty="0">
                <a:latin typeface="Galvji" panose="020B0504020202020204" pitchFamily="34" charset="77"/>
              </a:rPr>
              <a:t>Limpieza de Datos</a:t>
            </a:r>
          </a:p>
        </p:txBody>
      </p:sp>
      <p:pic>
        <p:nvPicPr>
          <p:cNvPr id="6" name="Marcador de contenido 5">
            <a:extLst>
              <a:ext uri="{FF2B5EF4-FFF2-40B4-BE49-F238E27FC236}">
                <a16:creationId xmlns:a16="http://schemas.microsoft.com/office/drawing/2014/main" id="{FFF0BDFF-0818-2CAD-B766-F9F6930EEF9F}"/>
              </a:ext>
            </a:extLst>
          </p:cNvPr>
          <p:cNvPicPr>
            <a:picLocks noGrp="1" noChangeAspect="1"/>
          </p:cNvPicPr>
          <p:nvPr>
            <p:ph idx="1"/>
          </p:nvPr>
        </p:nvPicPr>
        <p:blipFill>
          <a:blip r:embed="rId2"/>
          <a:stretch>
            <a:fillRect/>
          </a:stretch>
        </p:blipFill>
        <p:spPr>
          <a:xfrm>
            <a:off x="2981410" y="2181225"/>
            <a:ext cx="6229180" cy="3678238"/>
          </a:xfrm>
          <a:prstGeom prst="rect">
            <a:avLst/>
          </a:prstGeom>
        </p:spPr>
      </p:pic>
    </p:spTree>
    <p:extLst>
      <p:ext uri="{BB962C8B-B14F-4D97-AF65-F5344CB8AC3E}">
        <p14:creationId xmlns:p14="http://schemas.microsoft.com/office/powerpoint/2010/main" val="63869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E86B3-9BCC-7EE2-C965-5699BF3B11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E11F49-3096-2986-D79A-714B711B7CAB}"/>
              </a:ext>
            </a:extLst>
          </p:cNvPr>
          <p:cNvSpPr>
            <a:spLocks noGrp="1"/>
          </p:cNvSpPr>
          <p:nvPr>
            <p:ph type="title"/>
          </p:nvPr>
        </p:nvSpPr>
        <p:spPr/>
        <p:txBody>
          <a:bodyPr>
            <a:normAutofit/>
          </a:bodyPr>
          <a:lstStyle/>
          <a:p>
            <a:pPr algn="ctr"/>
            <a:r>
              <a:rPr lang="es-CL" sz="4800" b="1" dirty="0">
                <a:latin typeface="Galvji" panose="020B0504020202020204" pitchFamily="34" charset="77"/>
              </a:rPr>
              <a:t>Transformación de los datos</a:t>
            </a:r>
          </a:p>
        </p:txBody>
      </p:sp>
      <p:pic>
        <p:nvPicPr>
          <p:cNvPr id="1026" name="Picture 2">
            <a:extLst>
              <a:ext uri="{FF2B5EF4-FFF2-40B4-BE49-F238E27FC236}">
                <a16:creationId xmlns:a16="http://schemas.microsoft.com/office/drawing/2014/main" id="{475C91B2-4FFD-CFEF-F9EC-11749EB6A5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11928" y="2047181"/>
            <a:ext cx="10974819" cy="3772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4314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E1CD3-8F24-0150-F893-AC61578979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7C8297-062D-5010-5DA1-93BFE3EB0C1F}"/>
              </a:ext>
            </a:extLst>
          </p:cNvPr>
          <p:cNvSpPr>
            <a:spLocks noGrp="1"/>
          </p:cNvSpPr>
          <p:nvPr>
            <p:ph type="title"/>
          </p:nvPr>
        </p:nvSpPr>
        <p:spPr>
          <a:xfrm>
            <a:off x="581192" y="702156"/>
            <a:ext cx="11029616" cy="945669"/>
          </a:xfrm>
        </p:spPr>
        <p:txBody>
          <a:bodyPr>
            <a:normAutofit/>
          </a:bodyPr>
          <a:lstStyle/>
          <a:p>
            <a:pPr algn="ctr"/>
            <a:r>
              <a:rPr lang="es-CL" sz="4800" b="1" dirty="0">
                <a:latin typeface="Galvji" panose="020B0504020202020204" pitchFamily="34" charset="77"/>
              </a:rPr>
              <a:t>Transformación de los datos</a:t>
            </a:r>
          </a:p>
        </p:txBody>
      </p:sp>
      <p:pic>
        <p:nvPicPr>
          <p:cNvPr id="3074" name="Picture 2">
            <a:extLst>
              <a:ext uri="{FF2B5EF4-FFF2-40B4-BE49-F238E27FC236}">
                <a16:creationId xmlns:a16="http://schemas.microsoft.com/office/drawing/2014/main" id="{8A69B6E0-31A4-0AA2-0603-34772C31AAD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604335" y="2367526"/>
            <a:ext cx="8983329" cy="3305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157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764FB-94F0-6A67-8670-32763B1EE4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0E904F-1A23-496A-2A00-98384ADD2396}"/>
              </a:ext>
            </a:extLst>
          </p:cNvPr>
          <p:cNvSpPr>
            <a:spLocks noGrp="1"/>
          </p:cNvSpPr>
          <p:nvPr>
            <p:ph type="title"/>
          </p:nvPr>
        </p:nvSpPr>
        <p:spPr>
          <a:xfrm>
            <a:off x="581192" y="702156"/>
            <a:ext cx="11029616" cy="945669"/>
          </a:xfrm>
        </p:spPr>
        <p:txBody>
          <a:bodyPr>
            <a:normAutofit/>
          </a:bodyPr>
          <a:lstStyle/>
          <a:p>
            <a:pPr algn="ctr"/>
            <a:r>
              <a:rPr lang="es-CL" sz="4800" b="1" dirty="0">
                <a:latin typeface="Galvji" panose="020B0504020202020204" pitchFamily="34" charset="77"/>
              </a:rPr>
              <a:t>Transformación de los datos</a:t>
            </a:r>
          </a:p>
        </p:txBody>
      </p:sp>
      <p:pic>
        <p:nvPicPr>
          <p:cNvPr id="5122" name="Picture 2">
            <a:extLst>
              <a:ext uri="{FF2B5EF4-FFF2-40B4-BE49-F238E27FC236}">
                <a16:creationId xmlns:a16="http://schemas.microsoft.com/office/drawing/2014/main" id="{AF13F608-20ED-29AC-6867-CE6AB5D93E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522109" y="2181225"/>
            <a:ext cx="7147782" cy="36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1031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FCEB3-2826-351F-D8D4-77DA9F98AD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9DFD4A-E2B4-CABA-A77A-C6CAB43B2029}"/>
              </a:ext>
            </a:extLst>
          </p:cNvPr>
          <p:cNvSpPr>
            <a:spLocks noGrp="1"/>
          </p:cNvSpPr>
          <p:nvPr>
            <p:ph type="title"/>
          </p:nvPr>
        </p:nvSpPr>
        <p:spPr/>
        <p:txBody>
          <a:bodyPr>
            <a:normAutofit/>
          </a:bodyPr>
          <a:lstStyle/>
          <a:p>
            <a:pPr algn="ctr"/>
            <a:r>
              <a:rPr lang="es-CL" sz="4800" b="1" dirty="0">
                <a:latin typeface="Galvji" panose="020B0504020202020204" pitchFamily="34" charset="77"/>
              </a:rPr>
              <a:t>Transformación de los datos</a:t>
            </a:r>
          </a:p>
        </p:txBody>
      </p:sp>
      <p:pic>
        <p:nvPicPr>
          <p:cNvPr id="7170" name="Picture 2">
            <a:extLst>
              <a:ext uri="{FF2B5EF4-FFF2-40B4-BE49-F238E27FC236}">
                <a16:creationId xmlns:a16="http://schemas.microsoft.com/office/drawing/2014/main" id="{388EE358-0CF0-FCD0-4B61-358C735D02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20101" y="1971674"/>
            <a:ext cx="7141546" cy="4543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691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2935-E6C9-AE0E-09FB-0C37938007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EACD0D8-06C8-66FB-EF67-51C070893112}"/>
              </a:ext>
            </a:extLst>
          </p:cNvPr>
          <p:cNvSpPr>
            <a:spLocks noGrp="1"/>
          </p:cNvSpPr>
          <p:nvPr>
            <p:ph type="title"/>
          </p:nvPr>
        </p:nvSpPr>
        <p:spPr>
          <a:xfrm>
            <a:off x="581192" y="702156"/>
            <a:ext cx="11029616" cy="908930"/>
          </a:xfrm>
        </p:spPr>
        <p:txBody>
          <a:bodyPr>
            <a:noAutofit/>
          </a:bodyPr>
          <a:lstStyle/>
          <a:p>
            <a:pPr algn="ctr"/>
            <a:r>
              <a:rPr lang="es-CL" sz="4400" b="1" dirty="0">
                <a:latin typeface="Galvji" panose="020B0504020202020204" pitchFamily="34" charset="77"/>
              </a:rPr>
              <a:t>Visualización de los datos y resultados</a:t>
            </a:r>
          </a:p>
        </p:txBody>
      </p:sp>
      <p:pic>
        <p:nvPicPr>
          <p:cNvPr id="9218" name="Picture 2">
            <a:extLst>
              <a:ext uri="{FF2B5EF4-FFF2-40B4-BE49-F238E27FC236}">
                <a16:creationId xmlns:a16="http://schemas.microsoft.com/office/drawing/2014/main" id="{4BA49539-1C58-01C6-3302-FCDE71C921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81025" y="2340674"/>
            <a:ext cx="11029950" cy="3359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488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41288-94DE-5957-9196-584CDD4F9A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C5CD90-C0C8-F3A2-454E-5C27DA2BC665}"/>
              </a:ext>
            </a:extLst>
          </p:cNvPr>
          <p:cNvSpPr>
            <a:spLocks noGrp="1"/>
          </p:cNvSpPr>
          <p:nvPr>
            <p:ph type="title"/>
          </p:nvPr>
        </p:nvSpPr>
        <p:spPr>
          <a:xfrm>
            <a:off x="581192" y="702156"/>
            <a:ext cx="11029616" cy="887158"/>
          </a:xfrm>
        </p:spPr>
        <p:txBody>
          <a:bodyPr>
            <a:noAutofit/>
          </a:bodyPr>
          <a:lstStyle/>
          <a:p>
            <a:pPr algn="ctr"/>
            <a:r>
              <a:rPr lang="es-CL" sz="4400" b="1" dirty="0">
                <a:latin typeface="Galvji" panose="020B0504020202020204" pitchFamily="34" charset="77"/>
              </a:rPr>
              <a:t>Visualización de los datos y resultados</a:t>
            </a:r>
          </a:p>
        </p:txBody>
      </p:sp>
      <p:pic>
        <p:nvPicPr>
          <p:cNvPr id="11266" name="Picture 2">
            <a:extLst>
              <a:ext uri="{FF2B5EF4-FFF2-40B4-BE49-F238E27FC236}">
                <a16:creationId xmlns:a16="http://schemas.microsoft.com/office/drawing/2014/main" id="{5EF9B2B0-DBDD-4680-7182-4D3EC4D2F2C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38228" y="2170339"/>
            <a:ext cx="8831342" cy="4404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156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1C4D2-FDAF-CFD2-90C4-9BCB3DCBD2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3AE83A-B384-616F-F2C1-9340BE166467}"/>
              </a:ext>
            </a:extLst>
          </p:cNvPr>
          <p:cNvSpPr>
            <a:spLocks noGrp="1"/>
          </p:cNvSpPr>
          <p:nvPr>
            <p:ph type="title"/>
          </p:nvPr>
        </p:nvSpPr>
        <p:spPr>
          <a:xfrm>
            <a:off x="581192" y="702156"/>
            <a:ext cx="11029616" cy="930701"/>
          </a:xfrm>
        </p:spPr>
        <p:txBody>
          <a:bodyPr>
            <a:noAutofit/>
          </a:bodyPr>
          <a:lstStyle/>
          <a:p>
            <a:pPr algn="ctr"/>
            <a:r>
              <a:rPr lang="es-CL" sz="4400" b="1" dirty="0">
                <a:latin typeface="Galvji" panose="020B0504020202020204" pitchFamily="34" charset="77"/>
              </a:rPr>
              <a:t>Visualización de los datos y resultados</a:t>
            </a:r>
          </a:p>
        </p:txBody>
      </p:sp>
      <p:pic>
        <p:nvPicPr>
          <p:cNvPr id="13314" name="Picture 2">
            <a:extLst>
              <a:ext uri="{FF2B5EF4-FFF2-40B4-BE49-F238E27FC236}">
                <a16:creationId xmlns:a16="http://schemas.microsoft.com/office/drawing/2014/main" id="{BBD5DA97-64C6-6E5D-51FB-D22B476FDC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89736" y="2181225"/>
            <a:ext cx="9012528" cy="36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422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E1646-F219-0B1E-44DA-2CDA3151B7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512EE9-19F5-A4CC-A975-73417D804313}"/>
              </a:ext>
            </a:extLst>
          </p:cNvPr>
          <p:cNvSpPr>
            <a:spLocks noGrp="1"/>
          </p:cNvSpPr>
          <p:nvPr>
            <p:ph type="title"/>
          </p:nvPr>
        </p:nvSpPr>
        <p:spPr>
          <a:xfrm>
            <a:off x="581192" y="702156"/>
            <a:ext cx="11029616" cy="941587"/>
          </a:xfrm>
        </p:spPr>
        <p:txBody>
          <a:bodyPr>
            <a:noAutofit/>
          </a:bodyPr>
          <a:lstStyle/>
          <a:p>
            <a:pPr algn="ctr"/>
            <a:r>
              <a:rPr lang="es-CL" sz="4400" b="1" dirty="0">
                <a:latin typeface="Galvji" panose="020B0504020202020204" pitchFamily="34" charset="77"/>
              </a:rPr>
              <a:t>Visualización de los datos y resultados</a:t>
            </a:r>
          </a:p>
        </p:txBody>
      </p:sp>
      <p:pic>
        <p:nvPicPr>
          <p:cNvPr id="16386" name="Picture 2">
            <a:extLst>
              <a:ext uri="{FF2B5EF4-FFF2-40B4-BE49-F238E27FC236}">
                <a16:creationId xmlns:a16="http://schemas.microsoft.com/office/drawing/2014/main" id="{40C8640B-B909-9A12-249F-FBCD81BE24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142144" y="2181225"/>
            <a:ext cx="9907711" cy="36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879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5A5AA-D929-D062-7C49-731717F4C8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E7DDCE-94A5-7710-9129-23092C54E0C0}"/>
              </a:ext>
            </a:extLst>
          </p:cNvPr>
          <p:cNvSpPr>
            <a:spLocks noGrp="1"/>
          </p:cNvSpPr>
          <p:nvPr>
            <p:ph type="title"/>
          </p:nvPr>
        </p:nvSpPr>
        <p:spPr>
          <a:xfrm>
            <a:off x="581192" y="702156"/>
            <a:ext cx="11029616" cy="930701"/>
          </a:xfrm>
        </p:spPr>
        <p:txBody>
          <a:bodyPr>
            <a:noAutofit/>
          </a:bodyPr>
          <a:lstStyle/>
          <a:p>
            <a:pPr algn="ctr"/>
            <a:r>
              <a:rPr lang="es-CL" sz="4400" b="1" dirty="0">
                <a:latin typeface="Galvji" panose="020B0504020202020204" pitchFamily="34" charset="77"/>
              </a:rPr>
              <a:t>Visualización de los datos y resultados</a:t>
            </a:r>
          </a:p>
        </p:txBody>
      </p:sp>
      <p:pic>
        <p:nvPicPr>
          <p:cNvPr id="16386" name="Picture 2">
            <a:extLst>
              <a:ext uri="{FF2B5EF4-FFF2-40B4-BE49-F238E27FC236}">
                <a16:creationId xmlns:a16="http://schemas.microsoft.com/office/drawing/2014/main" id="{9573EC2D-B895-1363-4D9B-130A7C17FA6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142144" y="2181225"/>
            <a:ext cx="9907711" cy="36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667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095DD-26C6-C9CD-E0D6-EFF81DA645D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FEAD90C-0480-C21C-266B-DBD51A6D557F}"/>
              </a:ext>
            </a:extLst>
          </p:cNvPr>
          <p:cNvSpPr>
            <a:spLocks noGrp="1"/>
          </p:cNvSpPr>
          <p:nvPr>
            <p:ph type="title"/>
          </p:nvPr>
        </p:nvSpPr>
        <p:spPr>
          <a:xfrm>
            <a:off x="581192" y="702156"/>
            <a:ext cx="11029616" cy="941587"/>
          </a:xfrm>
        </p:spPr>
        <p:txBody>
          <a:bodyPr>
            <a:noAutofit/>
          </a:bodyPr>
          <a:lstStyle/>
          <a:p>
            <a:pPr algn="ctr"/>
            <a:r>
              <a:rPr lang="es-CL" sz="4400" b="1" dirty="0">
                <a:latin typeface="Galvji" panose="020B0504020202020204" pitchFamily="34" charset="77"/>
              </a:rPr>
              <a:t>Visualización de los datos y resultados</a:t>
            </a:r>
          </a:p>
        </p:txBody>
      </p:sp>
      <p:pic>
        <p:nvPicPr>
          <p:cNvPr id="20482" name="Picture 2">
            <a:extLst>
              <a:ext uri="{FF2B5EF4-FFF2-40B4-BE49-F238E27FC236}">
                <a16:creationId xmlns:a16="http://schemas.microsoft.com/office/drawing/2014/main" id="{140B18BC-EAF5-A842-7C7C-C5BBF4A94D2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219070" y="2181225"/>
            <a:ext cx="7753860" cy="36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133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A22E4-6FE4-502A-2B89-4B156D2A69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248F47-3894-CFEF-737F-38D175DDEC38}"/>
              </a:ext>
            </a:extLst>
          </p:cNvPr>
          <p:cNvSpPr>
            <a:spLocks noGrp="1"/>
          </p:cNvSpPr>
          <p:nvPr>
            <p:ph type="title"/>
          </p:nvPr>
        </p:nvSpPr>
        <p:spPr>
          <a:xfrm>
            <a:off x="581192" y="702156"/>
            <a:ext cx="11029616" cy="887158"/>
          </a:xfrm>
        </p:spPr>
        <p:txBody>
          <a:bodyPr>
            <a:noAutofit/>
          </a:bodyPr>
          <a:lstStyle/>
          <a:p>
            <a:pPr algn="ctr"/>
            <a:r>
              <a:rPr lang="es-CL" sz="4400" b="1" dirty="0">
                <a:latin typeface="Galvji" panose="020B0504020202020204" pitchFamily="34" charset="77"/>
              </a:rPr>
              <a:t>Visualización de los datos y resultados</a:t>
            </a:r>
          </a:p>
        </p:txBody>
      </p:sp>
      <p:pic>
        <p:nvPicPr>
          <p:cNvPr id="22530" name="Picture 2">
            <a:extLst>
              <a:ext uri="{FF2B5EF4-FFF2-40B4-BE49-F238E27FC236}">
                <a16:creationId xmlns:a16="http://schemas.microsoft.com/office/drawing/2014/main" id="{AD837038-119D-3832-8C52-BEA5B82232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825187" y="2181225"/>
            <a:ext cx="8541626" cy="36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494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690FE-910F-C1E2-742F-6A16CD2480E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E057D8-430B-8FF9-2904-BFE06B2C57EF}"/>
              </a:ext>
            </a:extLst>
          </p:cNvPr>
          <p:cNvSpPr>
            <a:spLocks noGrp="1"/>
          </p:cNvSpPr>
          <p:nvPr>
            <p:ph type="title"/>
          </p:nvPr>
        </p:nvSpPr>
        <p:spPr>
          <a:xfrm>
            <a:off x="581192" y="702156"/>
            <a:ext cx="11029616" cy="919815"/>
          </a:xfrm>
        </p:spPr>
        <p:txBody>
          <a:bodyPr>
            <a:noAutofit/>
          </a:bodyPr>
          <a:lstStyle/>
          <a:p>
            <a:pPr algn="ctr"/>
            <a:r>
              <a:rPr lang="es-CL" sz="4400" b="1" dirty="0">
                <a:latin typeface="Galvji" panose="020B0504020202020204" pitchFamily="34" charset="77"/>
              </a:rPr>
              <a:t>Visualización de los datos y resultados</a:t>
            </a:r>
          </a:p>
        </p:txBody>
      </p:sp>
      <p:pic>
        <p:nvPicPr>
          <p:cNvPr id="24578" name="Picture 2">
            <a:extLst>
              <a:ext uri="{FF2B5EF4-FFF2-40B4-BE49-F238E27FC236}">
                <a16:creationId xmlns:a16="http://schemas.microsoft.com/office/drawing/2014/main" id="{BE422CC9-8F0D-BB0E-E3AA-58916E50C1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64564" y="1898196"/>
            <a:ext cx="8962093" cy="4665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131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4BF90-392C-6A3E-6AE5-CE0705053B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9DA930-EC8A-F7FF-5F62-EA7B86977899}"/>
              </a:ext>
            </a:extLst>
          </p:cNvPr>
          <p:cNvSpPr>
            <a:spLocks noGrp="1"/>
          </p:cNvSpPr>
          <p:nvPr>
            <p:ph type="title"/>
          </p:nvPr>
        </p:nvSpPr>
        <p:spPr>
          <a:xfrm>
            <a:off x="581192" y="702156"/>
            <a:ext cx="11029616" cy="919815"/>
          </a:xfrm>
        </p:spPr>
        <p:txBody>
          <a:bodyPr>
            <a:noAutofit/>
          </a:bodyPr>
          <a:lstStyle/>
          <a:p>
            <a:pPr algn="ctr"/>
            <a:r>
              <a:rPr lang="es-CL" sz="4400" b="1" dirty="0">
                <a:latin typeface="Galvji" panose="020B0504020202020204" pitchFamily="34" charset="77"/>
              </a:rPr>
              <a:t>Visualización de los datos y resultados</a:t>
            </a:r>
          </a:p>
        </p:txBody>
      </p:sp>
      <p:pic>
        <p:nvPicPr>
          <p:cNvPr id="26626" name="Picture 2">
            <a:extLst>
              <a:ext uri="{FF2B5EF4-FFF2-40B4-BE49-F238E27FC236}">
                <a16:creationId xmlns:a16="http://schemas.microsoft.com/office/drawing/2014/main" id="{37A18522-7CEC-FC0A-EBF9-AA1E73815D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25105" y="2181225"/>
            <a:ext cx="6341789" cy="36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568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144A3-21B6-620B-AFF9-C797D18956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6823BB-ED01-596C-06D7-75BA6783DE51}"/>
              </a:ext>
            </a:extLst>
          </p:cNvPr>
          <p:cNvSpPr>
            <a:spLocks noGrp="1"/>
          </p:cNvSpPr>
          <p:nvPr>
            <p:ph type="title"/>
          </p:nvPr>
        </p:nvSpPr>
        <p:spPr>
          <a:xfrm>
            <a:off x="581192" y="702156"/>
            <a:ext cx="11029616" cy="941587"/>
          </a:xfrm>
        </p:spPr>
        <p:txBody>
          <a:bodyPr>
            <a:normAutofit/>
          </a:bodyPr>
          <a:lstStyle/>
          <a:p>
            <a:pPr algn="ctr"/>
            <a:r>
              <a:rPr lang="es-CL" sz="4800" b="1" dirty="0">
                <a:latin typeface="Galvji" panose="020B0504020202020204" pitchFamily="34" charset="77"/>
              </a:rPr>
              <a:t>Conclusión</a:t>
            </a:r>
          </a:p>
        </p:txBody>
      </p:sp>
      <p:sp>
        <p:nvSpPr>
          <p:cNvPr id="4" name="Rectangle 1">
            <a:extLst>
              <a:ext uri="{FF2B5EF4-FFF2-40B4-BE49-F238E27FC236}">
                <a16:creationId xmlns:a16="http://schemas.microsoft.com/office/drawing/2014/main" id="{20A91684-BA10-B499-BC6F-2130D4ED279F}"/>
              </a:ext>
            </a:extLst>
          </p:cNvPr>
          <p:cNvSpPr>
            <a:spLocks noGrp="1" noChangeArrowheads="1"/>
          </p:cNvSpPr>
          <p:nvPr>
            <p:ph idx="1"/>
          </p:nvPr>
        </p:nvSpPr>
        <p:spPr bwMode="auto">
          <a:xfrm rot="10800000" flipV="1">
            <a:off x="448733" y="2136338"/>
            <a:ext cx="1129453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eaLnBrk="0" fontAlgn="base" hangingPunct="0">
              <a:spcBef>
                <a:spcPct val="0"/>
              </a:spcBef>
              <a:spcAft>
                <a:spcPct val="0"/>
              </a:spcAft>
              <a:buClrTx/>
              <a:buSzTx/>
              <a:buNone/>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En conclusión, la investigación confirma que el precio de las propiedades depende de características estructurales y factores del entorno, como el número de habitaciones (RM), el acceso a carreteras (RAD), el nivel socioeconómico (LSTAT), la criminalidad y la polución (NOX).</a:t>
            </a:r>
          </a:p>
          <a:p>
            <a:pPr marL="0" indent="0" algn="just" defTabSz="914400" eaLnBrk="0" fontAlgn="base" hangingPunct="0">
              <a:spcBef>
                <a:spcPct val="0"/>
              </a:spcBef>
              <a:spcAft>
                <a:spcPct val="0"/>
              </a:spcAft>
              <a:buClrTx/>
              <a:buSzTx/>
              <a:buNone/>
            </a:pPr>
            <a:endParaRPr lang="es-CL" kern="100" dirty="0">
              <a:latin typeface="Aptos" panose="020B0004020202020204" pitchFamily="34" charset="0"/>
              <a:ea typeface="Aptos" panose="020B0004020202020204" pitchFamily="34" charset="0"/>
              <a:cs typeface="Times New Roman" panose="02020603050405020304" pitchFamily="18" charset="0"/>
            </a:endParaRPr>
          </a:p>
          <a:p>
            <a:pPr marL="0" indent="0" algn="just" defTabSz="914400" eaLnBrk="0" fontAlgn="base" hangingPunct="0">
              <a:spcBef>
                <a:spcPct val="0"/>
              </a:spcBef>
              <a:spcAft>
                <a:spcPct val="0"/>
              </a:spcAft>
              <a:buClrTx/>
              <a:buSzTx/>
              <a:buNone/>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Estos insights no solo mejoran la precisión de los modelos de valoración inmobiliaria, sino que también proporcionan una base para mejorar la gestión de políticas públicas. Con esta información, las autoridades pueden promover entornos urbanos más seguros y accesibles, optimizando la calidad de vida y la equidad en el acceso a zonas valorizadas.</a:t>
            </a:r>
          </a:p>
          <a:p>
            <a:pPr marL="0" marR="0" lvl="0" indent="0" defTabSz="914400" rtl="0" eaLnBrk="0" fontAlgn="base" latinLnBrk="0" hangingPunct="0">
              <a:lnSpc>
                <a:spcPct val="100000"/>
              </a:lnSpc>
              <a:spcBef>
                <a:spcPct val="0"/>
              </a:spcBef>
              <a:spcAft>
                <a:spcPct val="0"/>
              </a:spcAft>
              <a:buClrTx/>
              <a:buSzTx/>
              <a:buFontTx/>
              <a:buNone/>
              <a:tabLst/>
            </a:pPr>
            <a:endParaRPr kumimoji="0" lang="es-CL"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75415182"/>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TM03457464[[fn=Dividendo]]</Template>
  <TotalTime>104</TotalTime>
  <Words>735</Words>
  <Application>Microsoft Office PowerPoint</Application>
  <PresentationFormat>Panorámica</PresentationFormat>
  <Paragraphs>92</Paragraphs>
  <Slides>24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24</vt:i4>
      </vt:variant>
    </vt:vector>
  </HeadingPairs>
  <TitlesOfParts>
    <vt:vector size="31" baseType="lpstr">
      <vt:lpstr>Aptos</vt:lpstr>
      <vt:lpstr>Arial</vt:lpstr>
      <vt:lpstr>Galvji</vt:lpstr>
      <vt:lpstr>Gill Sans MT</vt:lpstr>
      <vt:lpstr>inherit</vt:lpstr>
      <vt:lpstr>Wingdings 2</vt:lpstr>
      <vt:lpstr>Dividendo</vt:lpstr>
      <vt:lpstr>Data Hunters</vt:lpstr>
      <vt:lpstr>Presentación de PowerPoint</vt:lpstr>
      <vt:lpstr>Objetivo</vt:lpstr>
      <vt:lpstr>ROLES</vt:lpstr>
      <vt:lpstr>Carta Gantt</vt:lpstr>
      <vt:lpstr>Presentación de PowerPoint</vt:lpstr>
      <vt:lpstr>Presentación de PowerPoint</vt:lpstr>
      <vt:lpstr>Limpieza de Datos</vt:lpstr>
      <vt:lpstr>Limpieza de Datos</vt:lpstr>
      <vt:lpstr>Limpieza de Datos</vt:lpstr>
      <vt:lpstr>Transformación de los datos</vt:lpstr>
      <vt:lpstr>Transformación de los datos</vt:lpstr>
      <vt:lpstr>Transformación de los datos</vt:lpstr>
      <vt:lpstr>Transformación de los datos</vt:lpstr>
      <vt:lpstr>Visualización de los datos y resultados</vt:lpstr>
      <vt:lpstr>Visualización de los datos y resultados</vt:lpstr>
      <vt:lpstr>Visualización de los datos y resultados</vt:lpstr>
      <vt:lpstr>Visualización de los datos y resultados</vt:lpstr>
      <vt:lpstr>Visualización de los datos y resultados</vt:lpstr>
      <vt:lpstr>Visualización de los datos y resultados</vt:lpstr>
      <vt:lpstr>Visualización de los datos y resultados</vt:lpstr>
      <vt:lpstr>Visualización de los datos y resultados</vt:lpstr>
      <vt:lpstr>Visualización de los datos y resultados</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Hunters</dc:title>
  <dc:creator>Jose Candia</dc:creator>
  <cp:lastModifiedBy>Felipe Osses Pizarro</cp:lastModifiedBy>
  <cp:revision>3</cp:revision>
  <dcterms:created xsi:type="dcterms:W3CDTF">2024-11-03T05:15:38Z</dcterms:created>
  <dcterms:modified xsi:type="dcterms:W3CDTF">2024-11-05T21:59:24Z</dcterms:modified>
</cp:coreProperties>
</file>